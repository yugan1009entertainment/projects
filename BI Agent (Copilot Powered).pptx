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147483583" r:id="rId2"/>
    <p:sldId id="2147483584" r:id="rId3"/>
    <p:sldId id="259" r:id="rId4"/>
    <p:sldId id="260" r:id="rId5"/>
    <p:sldId id="256" r:id="rId6"/>
    <p:sldId id="257" r:id="rId7"/>
    <p:sldId id="258" r:id="rId8"/>
    <p:sldId id="2147483585" r:id="rId9"/>
    <p:sldId id="262" r:id="rId10"/>
    <p:sldId id="263" r:id="rId11"/>
    <p:sldId id="2147469058" r:id="rId12"/>
    <p:sldId id="2147469059" r:id="rId13"/>
    <p:sldId id="2147483571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283514-8F48-49CB-B7F5-FBA3017AFFC3}" v="505" dt="2026-03-09T10:12:23.994"/>
    <p1510:client id="{AE85C9FD-7920-4F92-9DDE-C18D1437B0B2}" v="12" dt="2026-03-09T05:46:17.9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98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sh Mani" userId="S::suresh.mani@ilink-systems.com::9933a9c2-3bab-49a7-8b8b-20c27f83baa6" providerId="AD" clId="Web-{AE85C9FD-7920-4F92-9DDE-C18D1437B0B2}"/>
    <pc:docChg chg="modSld">
      <pc:chgData name="Suresh Mani" userId="S::suresh.mani@ilink-systems.com::9933a9c2-3bab-49a7-8b8b-20c27f83baa6" providerId="AD" clId="Web-{AE85C9FD-7920-4F92-9DDE-C18D1437B0B2}" dt="2026-03-09T05:46:17.263" v="3" actId="20577"/>
      <pc:docMkLst>
        <pc:docMk/>
      </pc:docMkLst>
      <pc:sldChg chg="modSp">
        <pc:chgData name="Suresh Mani" userId="S::suresh.mani@ilink-systems.com::9933a9c2-3bab-49a7-8b8b-20c27f83baa6" providerId="AD" clId="Web-{AE85C9FD-7920-4F92-9DDE-C18D1437B0B2}" dt="2026-03-09T05:46:17.263" v="3" actId="20577"/>
        <pc:sldMkLst>
          <pc:docMk/>
          <pc:sldMk cId="2239041115" sldId="2147483582"/>
        </pc:sldMkLst>
        <pc:spChg chg="mod">
          <ac:chgData name="Suresh Mani" userId="S::suresh.mani@ilink-systems.com::9933a9c2-3bab-49a7-8b8b-20c27f83baa6" providerId="AD" clId="Web-{AE85C9FD-7920-4F92-9DDE-C18D1437B0B2}" dt="2026-03-09T05:45:38.856" v="0" actId="20577"/>
          <ac:spMkLst>
            <pc:docMk/>
            <pc:sldMk cId="2239041115" sldId="2147483582"/>
            <ac:spMk id="3" creationId="{8CAB5DFA-5455-BCF9-90B1-46F877F7DF4A}"/>
          </ac:spMkLst>
        </pc:spChg>
        <pc:spChg chg="mod">
          <ac:chgData name="Suresh Mani" userId="S::suresh.mani@ilink-systems.com::9933a9c2-3bab-49a7-8b8b-20c27f83baa6" providerId="AD" clId="Web-{AE85C9FD-7920-4F92-9DDE-C18D1437B0B2}" dt="2026-03-09T05:46:11.763" v="2" actId="20577"/>
          <ac:spMkLst>
            <pc:docMk/>
            <pc:sldMk cId="2239041115" sldId="2147483582"/>
            <ac:spMk id="5" creationId="{41237978-6B21-CA49-EE4D-33E53C200550}"/>
          </ac:spMkLst>
        </pc:spChg>
        <pc:spChg chg="mod">
          <ac:chgData name="Suresh Mani" userId="S::suresh.mani@ilink-systems.com::9933a9c2-3bab-49a7-8b8b-20c27f83baa6" providerId="AD" clId="Web-{AE85C9FD-7920-4F92-9DDE-C18D1437B0B2}" dt="2026-03-09T05:45:59.169" v="1" actId="20577"/>
          <ac:spMkLst>
            <pc:docMk/>
            <pc:sldMk cId="2239041115" sldId="2147483582"/>
            <ac:spMk id="6" creationId="{FC617C0E-9EC5-E270-C6F1-111D235C8EE2}"/>
          </ac:spMkLst>
        </pc:spChg>
        <pc:spChg chg="mod">
          <ac:chgData name="Suresh Mani" userId="S::suresh.mani@ilink-systems.com::9933a9c2-3bab-49a7-8b8b-20c27f83baa6" providerId="AD" clId="Web-{AE85C9FD-7920-4F92-9DDE-C18D1437B0B2}" dt="2026-03-09T05:46:17.263" v="3" actId="20577"/>
          <ac:spMkLst>
            <pc:docMk/>
            <pc:sldMk cId="2239041115" sldId="2147483582"/>
            <ac:spMk id="8" creationId="{26FE6EC5-3A6F-20EF-2DFE-D7E233773475}"/>
          </ac:spMkLst>
        </pc:spChg>
      </pc:sldChg>
    </pc:docChg>
  </pc:docChgLst>
  <pc:docChgLst>
    <pc:chgData name="Balaji Kumar" userId="4172fc1a-76e1-41b0-804d-639b31ee2f6b" providerId="ADAL" clId="{42BB7123-83F0-4B80-A335-951069422C84}"/>
    <pc:docChg chg="undo custSel addSld delSld modSld sldOrd delMainMaster modMainMaster">
      <pc:chgData name="Balaji Kumar" userId="4172fc1a-76e1-41b0-804d-639b31ee2f6b" providerId="ADAL" clId="{42BB7123-83F0-4B80-A335-951069422C84}" dt="2026-03-09T10:12:23.994" v="1901"/>
      <pc:docMkLst>
        <pc:docMk/>
      </pc:docMkLst>
      <pc:sldChg chg="addSp delSp modSp mod chgLayout">
        <pc:chgData name="Balaji Kumar" userId="4172fc1a-76e1-41b0-804d-639b31ee2f6b" providerId="ADAL" clId="{42BB7123-83F0-4B80-A335-951069422C84}" dt="2026-03-09T10:12:22.106" v="1898"/>
        <pc:sldMkLst>
          <pc:docMk/>
          <pc:sldMk cId="3006781501" sldId="256"/>
        </pc:sldMkLst>
        <pc:spChg chg="add mod ord">
          <ac:chgData name="Balaji Kumar" userId="4172fc1a-76e1-41b0-804d-639b31ee2f6b" providerId="ADAL" clId="{42BB7123-83F0-4B80-A335-951069422C84}" dt="2026-03-09T09:58:10.236" v="1249" actId="5793"/>
          <ac:spMkLst>
            <pc:docMk/>
            <pc:sldMk cId="3006781501" sldId="256"/>
            <ac:spMk id="2" creationId="{077E6266-29CF-9B75-087A-C8618D190EF1}"/>
          </ac:spMkLst>
        </pc:spChg>
        <pc:spChg chg="add mod">
          <ac:chgData name="Balaji Kumar" userId="4172fc1a-76e1-41b0-804d-639b31ee2f6b" providerId="ADAL" clId="{42BB7123-83F0-4B80-A335-951069422C84}" dt="2026-03-09T10:12:22.106" v="1898"/>
          <ac:spMkLst>
            <pc:docMk/>
            <pc:sldMk cId="3006781501" sldId="256"/>
            <ac:spMk id="3" creationId="{5C57B4AE-5562-3385-6EB9-69A04D7C93E5}"/>
          </ac:spMkLst>
        </pc:spChg>
        <pc:spChg chg="mod ord">
          <ac:chgData name="Balaji Kumar" userId="4172fc1a-76e1-41b0-804d-639b31ee2f6b" providerId="ADAL" clId="{42BB7123-83F0-4B80-A335-951069422C84}" dt="2026-03-09T09:58:02.501" v="1245" actId="700"/>
          <ac:spMkLst>
            <pc:docMk/>
            <pc:sldMk cId="3006781501" sldId="256"/>
            <ac:spMk id="4" creationId="{14CFD466-57E7-8A29-D79D-BDDB2908CA14}"/>
          </ac:spMkLst>
        </pc:spChg>
        <pc:spChg chg="del">
          <ac:chgData name="Balaji Kumar" userId="4172fc1a-76e1-41b0-804d-639b31ee2f6b" providerId="ADAL" clId="{42BB7123-83F0-4B80-A335-951069422C84}" dt="2026-03-09T09:58:06.511" v="1247" actId="478"/>
          <ac:spMkLst>
            <pc:docMk/>
            <pc:sldMk cId="3006781501" sldId="256"/>
            <ac:spMk id="5" creationId="{6B864B71-5C3F-38AC-FB85-9C37D0B18928}"/>
          </ac:spMkLst>
        </pc:spChg>
        <pc:spChg chg="mod">
          <ac:chgData name="Balaji Kumar" userId="4172fc1a-76e1-41b0-804d-639b31ee2f6b" providerId="ADAL" clId="{42BB7123-83F0-4B80-A335-951069422C84}" dt="2026-03-09T09:58:28.716" v="1259" actId="1036"/>
          <ac:spMkLst>
            <pc:docMk/>
            <pc:sldMk cId="3006781501" sldId="256"/>
            <ac:spMk id="8" creationId="{8D23B810-649A-953E-570C-492E741E22B1}"/>
          </ac:spMkLst>
        </pc:spChg>
        <pc:spChg chg="mod">
          <ac:chgData name="Balaji Kumar" userId="4172fc1a-76e1-41b0-804d-639b31ee2f6b" providerId="ADAL" clId="{42BB7123-83F0-4B80-A335-951069422C84}" dt="2026-03-09T09:58:28.716" v="1259" actId="1036"/>
          <ac:spMkLst>
            <pc:docMk/>
            <pc:sldMk cId="3006781501" sldId="256"/>
            <ac:spMk id="9" creationId="{F0A1C87E-89DA-1940-B79E-E75E13A49CCD}"/>
          </ac:spMkLst>
        </pc:spChg>
        <pc:spChg chg="mod">
          <ac:chgData name="Balaji Kumar" userId="4172fc1a-76e1-41b0-804d-639b31ee2f6b" providerId="ADAL" clId="{42BB7123-83F0-4B80-A335-951069422C84}" dt="2026-03-09T09:58:18.885" v="1252" actId="552"/>
          <ac:spMkLst>
            <pc:docMk/>
            <pc:sldMk cId="3006781501" sldId="256"/>
            <ac:spMk id="10" creationId="{79D06E81-1063-9D12-2C64-6A1A8EDABFA3}"/>
          </ac:spMkLst>
        </pc:spChg>
        <pc:spChg chg="mod">
          <ac:chgData name="Balaji Kumar" userId="4172fc1a-76e1-41b0-804d-639b31ee2f6b" providerId="ADAL" clId="{42BB7123-83F0-4B80-A335-951069422C84}" dt="2026-03-09T09:58:18.885" v="1252" actId="552"/>
          <ac:spMkLst>
            <pc:docMk/>
            <pc:sldMk cId="3006781501" sldId="256"/>
            <ac:spMk id="11" creationId="{B3BE1A1D-D541-4EF6-6757-89050C15089C}"/>
          </ac:spMkLst>
        </pc:spChg>
        <pc:spChg chg="mod">
          <ac:chgData name="Balaji Kumar" userId="4172fc1a-76e1-41b0-804d-639b31ee2f6b" providerId="ADAL" clId="{42BB7123-83F0-4B80-A335-951069422C84}" dt="2026-03-09T09:58:25.246" v="1254" actId="14100"/>
          <ac:spMkLst>
            <pc:docMk/>
            <pc:sldMk cId="3006781501" sldId="256"/>
            <ac:spMk id="12" creationId="{08690BD5-93D8-6B59-487B-2F6C128EBD13}"/>
          </ac:spMkLst>
        </pc:spChg>
        <pc:spChg chg="mod">
          <ac:chgData name="Balaji Kumar" userId="4172fc1a-76e1-41b0-804d-639b31ee2f6b" providerId="ADAL" clId="{42BB7123-83F0-4B80-A335-951069422C84}" dt="2026-03-09T09:58:25.246" v="1254" actId="14100"/>
          <ac:spMkLst>
            <pc:docMk/>
            <pc:sldMk cId="3006781501" sldId="256"/>
            <ac:spMk id="13" creationId="{40EA1E7B-D8FD-0982-FB1C-E9143A73F64F}"/>
          </ac:spMkLst>
        </pc:spChg>
        <pc:picChg chg="mod">
          <ac:chgData name="Balaji Kumar" userId="4172fc1a-76e1-41b0-804d-639b31ee2f6b" providerId="ADAL" clId="{42BB7123-83F0-4B80-A335-951069422C84}" dt="2026-03-09T09:59:10.714" v="1275" actId="1035"/>
          <ac:picMkLst>
            <pc:docMk/>
            <pc:sldMk cId="3006781501" sldId="256"/>
            <ac:picMk id="18" creationId="{17DC23F6-30D8-579F-281A-0B75D351B64B}"/>
          </ac:picMkLst>
        </pc:picChg>
        <pc:cxnChg chg="del mod">
          <ac:chgData name="Balaji Kumar" userId="4172fc1a-76e1-41b0-804d-639b31ee2f6b" providerId="ADAL" clId="{42BB7123-83F0-4B80-A335-951069422C84}" dt="2026-03-09T09:58:32.988" v="1260" actId="478"/>
          <ac:cxnSpMkLst>
            <pc:docMk/>
            <pc:sldMk cId="3006781501" sldId="256"/>
            <ac:cxnSpMk id="14" creationId="{19ECC588-41D8-0139-F1DB-9E4DBFEC7C8B}"/>
          </ac:cxnSpMkLst>
        </pc:cxnChg>
      </pc:sldChg>
      <pc:sldChg chg="addSp delSp modSp mod chgLayout">
        <pc:chgData name="Balaji Kumar" userId="4172fc1a-76e1-41b0-804d-639b31ee2f6b" providerId="ADAL" clId="{42BB7123-83F0-4B80-A335-951069422C84}" dt="2026-03-09T10:12:21.465" v="1897"/>
        <pc:sldMkLst>
          <pc:docMk/>
          <pc:sldMk cId="644817763" sldId="257"/>
        </pc:sldMkLst>
        <pc:spChg chg="add mod ord">
          <ac:chgData name="Balaji Kumar" userId="4172fc1a-76e1-41b0-804d-639b31ee2f6b" providerId="ADAL" clId="{42BB7123-83F0-4B80-A335-951069422C84}" dt="2026-03-09T09:58:44.331" v="1265"/>
          <ac:spMkLst>
            <pc:docMk/>
            <pc:sldMk cId="644817763" sldId="257"/>
            <ac:spMk id="2" creationId="{E2D00D0D-7699-C446-4527-1B2EB64A5813}"/>
          </ac:spMkLst>
        </pc:spChg>
        <pc:spChg chg="add mod">
          <ac:chgData name="Balaji Kumar" userId="4172fc1a-76e1-41b0-804d-639b31ee2f6b" providerId="ADAL" clId="{42BB7123-83F0-4B80-A335-951069422C84}" dt="2026-03-09T09:58:59.283" v="1270" actId="14100"/>
          <ac:spMkLst>
            <pc:docMk/>
            <pc:sldMk cId="644817763" sldId="257"/>
            <ac:spMk id="3" creationId="{742EA2FE-E0D1-61C7-F452-5BF86F8792F0}"/>
          </ac:spMkLst>
        </pc:spChg>
        <pc:spChg chg="mod ord">
          <ac:chgData name="Balaji Kumar" userId="4172fc1a-76e1-41b0-804d-639b31ee2f6b" providerId="ADAL" clId="{42BB7123-83F0-4B80-A335-951069422C84}" dt="2026-03-09T09:58:36.205" v="1261" actId="700"/>
          <ac:spMkLst>
            <pc:docMk/>
            <pc:sldMk cId="644817763" sldId="257"/>
            <ac:spMk id="4" creationId="{6CCD0F39-7258-18F4-1C40-72FEB88692C7}"/>
          </ac:spMkLst>
        </pc:spChg>
        <pc:spChg chg="del">
          <ac:chgData name="Balaji Kumar" userId="4172fc1a-76e1-41b0-804d-639b31ee2f6b" providerId="ADAL" clId="{42BB7123-83F0-4B80-A335-951069422C84}" dt="2026-03-09T09:58:40.098" v="1263" actId="478"/>
          <ac:spMkLst>
            <pc:docMk/>
            <pc:sldMk cId="644817763" sldId="257"/>
            <ac:spMk id="5" creationId="{4E7A69C9-62A2-A283-E23B-832B996544A7}"/>
          </ac:spMkLst>
        </pc:spChg>
        <pc:spChg chg="add mod">
          <ac:chgData name="Balaji Kumar" userId="4172fc1a-76e1-41b0-804d-639b31ee2f6b" providerId="ADAL" clId="{42BB7123-83F0-4B80-A335-951069422C84}" dt="2026-03-09T09:58:50.184" v="1267"/>
          <ac:spMkLst>
            <pc:docMk/>
            <pc:sldMk cId="644817763" sldId="257"/>
            <ac:spMk id="6" creationId="{FE48AA41-E3DB-7CD8-3249-E4E4DB17882B}"/>
          </ac:spMkLst>
        </pc:spChg>
        <pc:spChg chg="add mod">
          <ac:chgData name="Balaji Kumar" userId="4172fc1a-76e1-41b0-804d-639b31ee2f6b" providerId="ADAL" clId="{42BB7123-83F0-4B80-A335-951069422C84}" dt="2026-03-09T09:58:59.283" v="1270" actId="14100"/>
          <ac:spMkLst>
            <pc:docMk/>
            <pc:sldMk cId="644817763" sldId="257"/>
            <ac:spMk id="7" creationId="{6AFE078A-9BE7-7F7B-82F3-EE518FE06B92}"/>
          </ac:spMkLst>
        </pc:spChg>
        <pc:spChg chg="del mod">
          <ac:chgData name="Balaji Kumar" userId="4172fc1a-76e1-41b0-804d-639b31ee2f6b" providerId="ADAL" clId="{42BB7123-83F0-4B80-A335-951069422C84}" dt="2026-03-09T09:59:00.843" v="1271" actId="478"/>
          <ac:spMkLst>
            <pc:docMk/>
            <pc:sldMk cId="644817763" sldId="257"/>
            <ac:spMk id="8" creationId="{EB575208-60D6-A7B7-2F2F-EE1A8D760F49}"/>
          </ac:spMkLst>
        </pc:spChg>
        <pc:spChg chg="add mod">
          <ac:chgData name="Balaji Kumar" userId="4172fc1a-76e1-41b0-804d-639b31ee2f6b" providerId="ADAL" clId="{42BB7123-83F0-4B80-A335-951069422C84}" dt="2026-03-09T10:12:21.465" v="1897"/>
          <ac:spMkLst>
            <pc:docMk/>
            <pc:sldMk cId="644817763" sldId="257"/>
            <ac:spMk id="9" creationId="{F468DAB1-9C79-381A-629E-9E16A2761E82}"/>
          </ac:spMkLst>
        </pc:spChg>
        <pc:spChg chg="del mod">
          <ac:chgData name="Balaji Kumar" userId="4172fc1a-76e1-41b0-804d-639b31ee2f6b" providerId="ADAL" clId="{42BB7123-83F0-4B80-A335-951069422C84}" dt="2026-03-09T09:59:00.843" v="1271" actId="478"/>
          <ac:spMkLst>
            <pc:docMk/>
            <pc:sldMk cId="644817763" sldId="257"/>
            <ac:spMk id="10" creationId="{216FA0C5-7068-97CF-1429-36E8A112D062}"/>
          </ac:spMkLst>
        </pc:spChg>
        <pc:spChg chg="del mod">
          <ac:chgData name="Balaji Kumar" userId="4172fc1a-76e1-41b0-804d-639b31ee2f6b" providerId="ADAL" clId="{42BB7123-83F0-4B80-A335-951069422C84}" dt="2026-03-09T09:59:00.843" v="1271" actId="478"/>
          <ac:spMkLst>
            <pc:docMk/>
            <pc:sldMk cId="644817763" sldId="257"/>
            <ac:spMk id="12" creationId="{EE3D103E-9468-B1FA-AEBF-8297265BBF90}"/>
          </ac:spMkLst>
        </pc:spChg>
        <pc:picChg chg="mod">
          <ac:chgData name="Balaji Kumar" userId="4172fc1a-76e1-41b0-804d-639b31ee2f6b" providerId="ADAL" clId="{42BB7123-83F0-4B80-A335-951069422C84}" dt="2026-03-09T09:59:16.435" v="1317" actId="1036"/>
          <ac:picMkLst>
            <pc:docMk/>
            <pc:sldMk cId="644817763" sldId="257"/>
            <ac:picMk id="20" creationId="{65FC30C4-30A2-A083-59C4-E6C7E9FD6DA0}"/>
          </ac:picMkLst>
        </pc:picChg>
      </pc:sldChg>
      <pc:sldChg chg="addSp delSp modSp mod chgLayout">
        <pc:chgData name="Balaji Kumar" userId="4172fc1a-76e1-41b0-804d-639b31ee2f6b" providerId="ADAL" clId="{42BB7123-83F0-4B80-A335-951069422C84}" dt="2026-03-09T10:12:17.203" v="1896"/>
        <pc:sldMkLst>
          <pc:docMk/>
          <pc:sldMk cId="2279848061" sldId="258"/>
        </pc:sldMkLst>
        <pc:spChg chg="add mod ord">
          <ac:chgData name="Balaji Kumar" userId="4172fc1a-76e1-41b0-804d-639b31ee2f6b" providerId="ADAL" clId="{42BB7123-83F0-4B80-A335-951069422C84}" dt="2026-03-09T09:59:29.611" v="1324" actId="113"/>
          <ac:spMkLst>
            <pc:docMk/>
            <pc:sldMk cId="2279848061" sldId="258"/>
            <ac:spMk id="2" creationId="{DBC4F915-9DF1-F49F-4F65-453848AB9CDE}"/>
          </ac:spMkLst>
        </pc:spChg>
        <pc:spChg chg="add mod">
          <ac:chgData name="Balaji Kumar" userId="4172fc1a-76e1-41b0-804d-639b31ee2f6b" providerId="ADAL" clId="{42BB7123-83F0-4B80-A335-951069422C84}" dt="2026-03-09T09:59:48.675" v="1332" actId="14100"/>
          <ac:spMkLst>
            <pc:docMk/>
            <pc:sldMk cId="2279848061" sldId="258"/>
            <ac:spMk id="3" creationId="{E7631ACC-6358-C9CD-2E26-80E6BA5EFB88}"/>
          </ac:spMkLst>
        </pc:spChg>
        <pc:spChg chg="add del mod">
          <ac:chgData name="Balaji Kumar" userId="4172fc1a-76e1-41b0-804d-639b31ee2f6b" providerId="ADAL" clId="{42BB7123-83F0-4B80-A335-951069422C84}" dt="2026-03-09T09:59:56.949" v="1335" actId="478"/>
          <ac:spMkLst>
            <pc:docMk/>
            <pc:sldMk cId="2279848061" sldId="258"/>
            <ac:spMk id="4" creationId="{264D2E08-4D6E-A796-F72B-8B1EBABB644F}"/>
          </ac:spMkLst>
        </pc:spChg>
        <pc:spChg chg="add mod">
          <ac:chgData name="Balaji Kumar" userId="4172fc1a-76e1-41b0-804d-639b31ee2f6b" providerId="ADAL" clId="{42BB7123-83F0-4B80-A335-951069422C84}" dt="2026-03-09T09:59:54.069" v="1334"/>
          <ac:spMkLst>
            <pc:docMk/>
            <pc:sldMk cId="2279848061" sldId="258"/>
            <ac:spMk id="5" creationId="{0DE0A105-0D70-21AF-85A6-7FF5B9DDA508}"/>
          </ac:spMkLst>
        </pc:spChg>
        <pc:spChg chg="mod ord">
          <ac:chgData name="Balaji Kumar" userId="4172fc1a-76e1-41b0-804d-639b31ee2f6b" providerId="ADAL" clId="{42BB7123-83F0-4B80-A335-951069422C84}" dt="2026-03-09T09:59:20.757" v="1318" actId="700"/>
          <ac:spMkLst>
            <pc:docMk/>
            <pc:sldMk cId="2279848061" sldId="258"/>
            <ac:spMk id="6" creationId="{F6C39FF0-D293-48C7-2C55-A346711EBCDE}"/>
          </ac:spMkLst>
        </pc:spChg>
        <pc:spChg chg="add del mod">
          <ac:chgData name="Balaji Kumar" userId="4172fc1a-76e1-41b0-804d-639b31ee2f6b" providerId="ADAL" clId="{42BB7123-83F0-4B80-A335-951069422C84}" dt="2026-03-09T09:59:56.949" v="1335" actId="478"/>
          <ac:spMkLst>
            <pc:docMk/>
            <pc:sldMk cId="2279848061" sldId="258"/>
            <ac:spMk id="7" creationId="{13ED81BA-E80A-EA9F-016C-07B5395DD8EB}"/>
          </ac:spMkLst>
        </pc:spChg>
        <pc:spChg chg="del mod">
          <ac:chgData name="Balaji Kumar" userId="4172fc1a-76e1-41b0-804d-639b31ee2f6b" providerId="ADAL" clId="{42BB7123-83F0-4B80-A335-951069422C84}" dt="2026-03-09T09:59:30.436" v="1325" actId="478"/>
          <ac:spMkLst>
            <pc:docMk/>
            <pc:sldMk cId="2279848061" sldId="258"/>
            <ac:spMk id="8" creationId="{E188E4EB-DEB5-ED71-915B-3AA795424818}"/>
          </ac:spMkLst>
        </pc:spChg>
        <pc:spChg chg="add mod">
          <ac:chgData name="Balaji Kumar" userId="4172fc1a-76e1-41b0-804d-639b31ee2f6b" providerId="ADAL" clId="{42BB7123-83F0-4B80-A335-951069422C84}" dt="2026-03-09T09:59:48.675" v="1332" actId="14100"/>
          <ac:spMkLst>
            <pc:docMk/>
            <pc:sldMk cId="2279848061" sldId="258"/>
            <ac:spMk id="9" creationId="{A530D192-9225-F450-94E2-5F52C1727703}"/>
          </ac:spMkLst>
        </pc:spChg>
        <pc:spChg chg="add del mod">
          <ac:chgData name="Balaji Kumar" userId="4172fc1a-76e1-41b0-804d-639b31ee2f6b" providerId="ADAL" clId="{42BB7123-83F0-4B80-A335-951069422C84}" dt="2026-03-09T09:59:56.949" v="1335" actId="478"/>
          <ac:spMkLst>
            <pc:docMk/>
            <pc:sldMk cId="2279848061" sldId="258"/>
            <ac:spMk id="11" creationId="{E5215673-2781-8C21-EE49-F016C36CAD2C}"/>
          </ac:spMkLst>
        </pc:spChg>
        <pc:spChg chg="add mod">
          <ac:chgData name="Balaji Kumar" userId="4172fc1a-76e1-41b0-804d-639b31ee2f6b" providerId="ADAL" clId="{42BB7123-83F0-4B80-A335-951069422C84}" dt="2026-03-09T10:12:17.203" v="1896"/>
          <ac:spMkLst>
            <pc:docMk/>
            <pc:sldMk cId="2279848061" sldId="258"/>
            <ac:spMk id="12" creationId="{0EC9B882-B462-59D7-A464-AE4528F6E065}"/>
          </ac:spMkLst>
        </pc:spChg>
        <pc:spChg chg="del mod">
          <ac:chgData name="Balaji Kumar" userId="4172fc1a-76e1-41b0-804d-639b31ee2f6b" providerId="ADAL" clId="{42BB7123-83F0-4B80-A335-951069422C84}" dt="2026-03-09T09:59:56.949" v="1335" actId="478"/>
          <ac:spMkLst>
            <pc:docMk/>
            <pc:sldMk cId="2279848061" sldId="258"/>
            <ac:spMk id="15" creationId="{C98D1682-712E-EB31-BACE-D719D557DDCA}"/>
          </ac:spMkLst>
        </pc:spChg>
        <pc:spChg chg="del mod">
          <ac:chgData name="Balaji Kumar" userId="4172fc1a-76e1-41b0-804d-639b31ee2f6b" providerId="ADAL" clId="{42BB7123-83F0-4B80-A335-951069422C84}" dt="2026-03-09T09:59:56.949" v="1335" actId="478"/>
          <ac:spMkLst>
            <pc:docMk/>
            <pc:sldMk cId="2279848061" sldId="258"/>
            <ac:spMk id="16" creationId="{22E61B88-C763-DE3E-B4A2-D6B726786014}"/>
          </ac:spMkLst>
        </pc:spChg>
        <pc:spChg chg="del mod">
          <ac:chgData name="Balaji Kumar" userId="4172fc1a-76e1-41b0-804d-639b31ee2f6b" providerId="ADAL" clId="{42BB7123-83F0-4B80-A335-951069422C84}" dt="2026-03-09T09:59:56.949" v="1335" actId="478"/>
          <ac:spMkLst>
            <pc:docMk/>
            <pc:sldMk cId="2279848061" sldId="258"/>
            <ac:spMk id="17" creationId="{B90F0502-8340-2FEE-E73F-933E546FA269}"/>
          </ac:spMkLst>
        </pc:spChg>
        <pc:picChg chg="mod">
          <ac:chgData name="Balaji Kumar" userId="4172fc1a-76e1-41b0-804d-639b31ee2f6b" providerId="ADAL" clId="{42BB7123-83F0-4B80-A335-951069422C84}" dt="2026-03-09T10:00:00.144" v="1339" actId="1036"/>
          <ac:picMkLst>
            <pc:docMk/>
            <pc:sldMk cId="2279848061" sldId="258"/>
            <ac:picMk id="14" creationId="{3BEF3FD7-2D90-4C0C-AEDA-1A15F8CE82D3}"/>
          </ac:picMkLst>
        </pc:picChg>
      </pc:sldChg>
      <pc:sldChg chg="addSp delSp modSp mod chgLayout">
        <pc:chgData name="Balaji Kumar" userId="4172fc1a-76e1-41b0-804d-639b31ee2f6b" providerId="ADAL" clId="{42BB7123-83F0-4B80-A335-951069422C84}" dt="2026-03-09T10:12:23.389" v="1900"/>
        <pc:sldMkLst>
          <pc:docMk/>
          <pc:sldMk cId="3617827803" sldId="259"/>
        </pc:sldMkLst>
        <pc:spChg chg="add mod ord">
          <ac:chgData name="Balaji Kumar" userId="4172fc1a-76e1-41b0-804d-639b31ee2f6b" providerId="ADAL" clId="{42BB7123-83F0-4B80-A335-951069422C84}" dt="2026-03-09T09:56:06.522" v="1221" actId="700"/>
          <ac:spMkLst>
            <pc:docMk/>
            <pc:sldMk cId="3617827803" sldId="259"/>
            <ac:spMk id="2" creationId="{3AFBA7D2-FA4C-239A-30F6-F0A398AC224E}"/>
          </ac:spMkLst>
        </pc:spChg>
        <pc:spChg chg="mod ord">
          <ac:chgData name="Balaji Kumar" userId="4172fc1a-76e1-41b0-804d-639b31ee2f6b" providerId="ADAL" clId="{42BB7123-83F0-4B80-A335-951069422C84}" dt="2026-03-09T09:56:06.522" v="1221" actId="700"/>
          <ac:spMkLst>
            <pc:docMk/>
            <pc:sldMk cId="3617827803" sldId="259"/>
            <ac:spMk id="4" creationId="{11B51C1A-05D5-9F5B-448D-CB5C2393143A}"/>
          </ac:spMkLst>
        </pc:spChg>
        <pc:spChg chg="del mod">
          <ac:chgData name="Balaji Kumar" userId="4172fc1a-76e1-41b0-804d-639b31ee2f6b" providerId="ADAL" clId="{42BB7123-83F0-4B80-A335-951069422C84}" dt="2026-03-09T09:51:35.734" v="1086" actId="478"/>
          <ac:spMkLst>
            <pc:docMk/>
            <pc:sldMk cId="3617827803" sldId="259"/>
            <ac:spMk id="5" creationId="{B01F5315-0FF4-E6B2-93FD-115AA0D1AB54}"/>
          </ac:spMkLst>
        </pc:spChg>
        <pc:spChg chg="add mod">
          <ac:chgData name="Balaji Kumar" userId="4172fc1a-76e1-41b0-804d-639b31ee2f6b" providerId="ADAL" clId="{42BB7123-83F0-4B80-A335-951069422C84}" dt="2026-03-09T10:12:23.389" v="1900"/>
          <ac:spMkLst>
            <pc:docMk/>
            <pc:sldMk cId="3617827803" sldId="259"/>
            <ac:spMk id="6" creationId="{F1B72F88-F35A-51F2-E061-E23FB014BEEC}"/>
          </ac:spMkLst>
        </pc:spChg>
        <pc:spChg chg="mod">
          <ac:chgData name="Balaji Kumar" userId="4172fc1a-76e1-41b0-804d-639b31ee2f6b" providerId="ADAL" clId="{42BB7123-83F0-4B80-A335-951069422C84}" dt="2026-03-09T09:51:53.194" v="1101" actId="554"/>
          <ac:spMkLst>
            <pc:docMk/>
            <pc:sldMk cId="3617827803" sldId="259"/>
            <ac:spMk id="29" creationId="{5788ED55-BDDF-8273-1623-212E923A9FCE}"/>
          </ac:spMkLst>
        </pc:spChg>
        <pc:spChg chg="mod">
          <ac:chgData name="Balaji Kumar" userId="4172fc1a-76e1-41b0-804d-639b31ee2f6b" providerId="ADAL" clId="{42BB7123-83F0-4B80-A335-951069422C84}" dt="2026-03-09T09:51:53.194" v="1101" actId="554"/>
          <ac:spMkLst>
            <pc:docMk/>
            <pc:sldMk cId="3617827803" sldId="259"/>
            <ac:spMk id="30" creationId="{48A3E232-FEE9-0A77-2D15-0B549EA173DC}"/>
          </ac:spMkLst>
        </pc:spChg>
        <pc:spChg chg="mod">
          <ac:chgData name="Balaji Kumar" userId="4172fc1a-76e1-41b0-804d-639b31ee2f6b" providerId="ADAL" clId="{42BB7123-83F0-4B80-A335-951069422C84}" dt="2026-03-09T09:51:53.194" v="1101" actId="554"/>
          <ac:spMkLst>
            <pc:docMk/>
            <pc:sldMk cId="3617827803" sldId="259"/>
            <ac:spMk id="31" creationId="{CD89021C-98C9-82E2-4E0A-2D617F9209CB}"/>
          </ac:spMkLst>
        </pc:spChg>
      </pc:sldChg>
      <pc:sldChg chg="addSp delSp modSp mod chgLayout">
        <pc:chgData name="Balaji Kumar" userId="4172fc1a-76e1-41b0-804d-639b31ee2f6b" providerId="ADAL" clId="{42BB7123-83F0-4B80-A335-951069422C84}" dt="2026-03-09T10:12:22.686" v="1899"/>
        <pc:sldMkLst>
          <pc:docMk/>
          <pc:sldMk cId="1937638476" sldId="260"/>
        </pc:sldMkLst>
        <pc:spChg chg="add mod ord">
          <ac:chgData name="Balaji Kumar" userId="4172fc1a-76e1-41b0-804d-639b31ee2f6b" providerId="ADAL" clId="{42BB7123-83F0-4B80-A335-951069422C84}" dt="2026-03-09T09:57:45.947" v="1241" actId="14100"/>
          <ac:spMkLst>
            <pc:docMk/>
            <pc:sldMk cId="1937638476" sldId="260"/>
            <ac:spMk id="2" creationId="{BCD23DAB-1395-ECE3-29F9-8B6AD547CB4E}"/>
          </ac:spMkLst>
        </pc:spChg>
        <pc:spChg chg="add mod">
          <ac:chgData name="Balaji Kumar" userId="4172fc1a-76e1-41b0-804d-639b31ee2f6b" providerId="ADAL" clId="{42BB7123-83F0-4B80-A335-951069422C84}" dt="2026-03-09T10:12:22.686" v="1899"/>
          <ac:spMkLst>
            <pc:docMk/>
            <pc:sldMk cId="1937638476" sldId="260"/>
            <ac:spMk id="3" creationId="{3CACCD13-7CE8-9FCE-F4F6-4A494E8152BC}"/>
          </ac:spMkLst>
        </pc:spChg>
        <pc:spChg chg="mod ord">
          <ac:chgData name="Balaji Kumar" userId="4172fc1a-76e1-41b0-804d-639b31ee2f6b" providerId="ADAL" clId="{42BB7123-83F0-4B80-A335-951069422C84}" dt="2026-03-09T09:57:36.529" v="1236" actId="700"/>
          <ac:spMkLst>
            <pc:docMk/>
            <pc:sldMk cId="1937638476" sldId="260"/>
            <ac:spMk id="4" creationId="{565A8AD0-487A-1FD8-514E-32EB135E7CA1}"/>
          </ac:spMkLst>
        </pc:spChg>
        <pc:spChg chg="del mod">
          <ac:chgData name="Balaji Kumar" userId="4172fc1a-76e1-41b0-804d-639b31ee2f6b" providerId="ADAL" clId="{42BB7123-83F0-4B80-A335-951069422C84}" dt="2026-03-09T09:57:47.263" v="1242" actId="478"/>
          <ac:spMkLst>
            <pc:docMk/>
            <pc:sldMk cId="1937638476" sldId="260"/>
            <ac:spMk id="5" creationId="{93467F53-DA1A-D90F-6D96-D97E87DC4017}"/>
          </ac:spMkLst>
        </pc:spChg>
        <pc:spChg chg="mod">
          <ac:chgData name="Balaji Kumar" userId="4172fc1a-76e1-41b0-804d-639b31ee2f6b" providerId="ADAL" clId="{42BB7123-83F0-4B80-A335-951069422C84}" dt="2026-03-09T09:57:56.122" v="1244" actId="1036"/>
          <ac:spMkLst>
            <pc:docMk/>
            <pc:sldMk cId="1937638476" sldId="260"/>
            <ac:spMk id="7" creationId="{C67114B3-5EE1-AA6E-5DEF-CDBA69A0EE90}"/>
          </ac:spMkLst>
        </pc:spChg>
        <pc:spChg chg="mod">
          <ac:chgData name="Balaji Kumar" userId="4172fc1a-76e1-41b0-804d-639b31ee2f6b" providerId="ADAL" clId="{42BB7123-83F0-4B80-A335-951069422C84}" dt="2026-03-09T09:57:56.122" v="1244" actId="1036"/>
          <ac:spMkLst>
            <pc:docMk/>
            <pc:sldMk cId="1937638476" sldId="260"/>
            <ac:spMk id="8" creationId="{00662BCB-3DEC-2441-9B44-4AEE9B49E447}"/>
          </ac:spMkLst>
        </pc:spChg>
        <pc:spChg chg="mod">
          <ac:chgData name="Balaji Kumar" userId="4172fc1a-76e1-41b0-804d-639b31ee2f6b" providerId="ADAL" clId="{42BB7123-83F0-4B80-A335-951069422C84}" dt="2026-03-09T09:57:56.122" v="1244" actId="1036"/>
          <ac:spMkLst>
            <pc:docMk/>
            <pc:sldMk cId="1937638476" sldId="260"/>
            <ac:spMk id="9" creationId="{FA40F0B4-DBAD-188D-56A8-F63F519AE648}"/>
          </ac:spMkLst>
        </pc:spChg>
        <pc:spChg chg="mod">
          <ac:chgData name="Balaji Kumar" userId="4172fc1a-76e1-41b0-804d-639b31ee2f6b" providerId="ADAL" clId="{42BB7123-83F0-4B80-A335-951069422C84}" dt="2026-03-09T09:57:56.122" v="1244" actId="1036"/>
          <ac:spMkLst>
            <pc:docMk/>
            <pc:sldMk cId="1937638476" sldId="260"/>
            <ac:spMk id="10" creationId="{8A369318-3D20-0964-AB2F-4C625D6B6319}"/>
          </ac:spMkLst>
        </pc:spChg>
        <pc:spChg chg="mod">
          <ac:chgData name="Balaji Kumar" userId="4172fc1a-76e1-41b0-804d-639b31ee2f6b" providerId="ADAL" clId="{42BB7123-83F0-4B80-A335-951069422C84}" dt="2026-03-09T09:57:56.122" v="1244" actId="1036"/>
          <ac:spMkLst>
            <pc:docMk/>
            <pc:sldMk cId="1937638476" sldId="260"/>
            <ac:spMk id="11" creationId="{5AD7AF45-BC62-DF5E-3A8A-E3CE34738237}"/>
          </ac:spMkLst>
        </pc:spChg>
        <pc:spChg chg="mod">
          <ac:chgData name="Balaji Kumar" userId="4172fc1a-76e1-41b0-804d-639b31ee2f6b" providerId="ADAL" clId="{42BB7123-83F0-4B80-A335-951069422C84}" dt="2026-03-09T09:57:56.122" v="1244" actId="1036"/>
          <ac:spMkLst>
            <pc:docMk/>
            <pc:sldMk cId="1937638476" sldId="260"/>
            <ac:spMk id="12" creationId="{F3E5210B-9E0C-FDFF-E9B7-E9AD0F083425}"/>
          </ac:spMkLst>
        </pc:spChg>
        <pc:picChg chg="mod">
          <ac:chgData name="Balaji Kumar" userId="4172fc1a-76e1-41b0-804d-639b31ee2f6b" providerId="ADAL" clId="{42BB7123-83F0-4B80-A335-951069422C84}" dt="2026-03-09T09:57:56.122" v="1244" actId="1036"/>
          <ac:picMkLst>
            <pc:docMk/>
            <pc:sldMk cId="1937638476" sldId="260"/>
            <ac:picMk id="6" creationId="{5F8E8460-FB4C-B7A2-2C6A-07F74A848C11}"/>
          </ac:picMkLst>
        </pc:picChg>
      </pc:sldChg>
      <pc:sldChg chg="addSp delSp modSp mod modAnim">
        <pc:chgData name="Balaji Kumar" userId="4172fc1a-76e1-41b0-804d-639b31ee2f6b" providerId="ADAL" clId="{42BB7123-83F0-4B80-A335-951069422C84}" dt="2026-03-09T10:05:28.795" v="1571" actId="14100"/>
        <pc:sldMkLst>
          <pc:docMk/>
          <pc:sldMk cId="563754320" sldId="262"/>
        </pc:sldMkLst>
        <pc:spChg chg="add mod ord">
          <ac:chgData name="Balaji Kumar" userId="4172fc1a-76e1-41b0-804d-639b31ee2f6b" providerId="ADAL" clId="{42BB7123-83F0-4B80-A335-951069422C84}" dt="2026-03-09T10:02:04.624" v="1365" actId="166"/>
          <ac:spMkLst>
            <pc:docMk/>
            <pc:sldMk cId="563754320" sldId="262"/>
            <ac:spMk id="4" creationId="{4561F205-93A1-27A6-BE67-14C22CE49D68}"/>
          </ac:spMkLst>
        </pc:spChg>
        <pc:spChg chg="add mod">
          <ac:chgData name="Balaji Kumar" userId="4172fc1a-76e1-41b0-804d-639b31ee2f6b" providerId="ADAL" clId="{42BB7123-83F0-4B80-A335-951069422C84}" dt="2026-03-09T10:05:28.795" v="1571" actId="14100"/>
          <ac:spMkLst>
            <pc:docMk/>
            <pc:sldMk cId="563754320" sldId="262"/>
            <ac:spMk id="5" creationId="{7B9BEA38-E60E-68C7-C323-AF1E9B2FDD5D}"/>
          </ac:spMkLst>
        </pc:spChg>
        <pc:spChg chg="mod ord topLvl">
          <ac:chgData name="Balaji Kumar" userId="4172fc1a-76e1-41b0-804d-639b31ee2f6b" providerId="ADAL" clId="{42BB7123-83F0-4B80-A335-951069422C84}" dt="2026-03-09T10:05:00.338" v="1537" actId="14100"/>
          <ac:spMkLst>
            <pc:docMk/>
            <pc:sldMk cId="563754320" sldId="262"/>
            <ac:spMk id="8" creationId="{946FC8F6-270C-114A-31FD-C1827C754BDB}"/>
          </ac:spMkLst>
        </pc:spChg>
        <pc:spChg chg="mod ord topLvl">
          <ac:chgData name="Balaji Kumar" userId="4172fc1a-76e1-41b0-804d-639b31ee2f6b" providerId="ADAL" clId="{42BB7123-83F0-4B80-A335-951069422C84}" dt="2026-03-09T10:05:00.338" v="1537" actId="14100"/>
          <ac:spMkLst>
            <pc:docMk/>
            <pc:sldMk cId="563754320" sldId="262"/>
            <ac:spMk id="9" creationId="{C04C1E39-D498-9194-1E54-239FEFF64AB1}"/>
          </ac:spMkLst>
        </pc:spChg>
        <pc:spChg chg="add mod">
          <ac:chgData name="Balaji Kumar" userId="4172fc1a-76e1-41b0-804d-639b31ee2f6b" providerId="ADAL" clId="{42BB7123-83F0-4B80-A335-951069422C84}" dt="2026-03-09T10:02:41.896" v="1454" actId="207"/>
          <ac:spMkLst>
            <pc:docMk/>
            <pc:sldMk cId="563754320" sldId="262"/>
            <ac:spMk id="22" creationId="{F60899FD-50E3-7619-8179-5AF9A9593DB0}"/>
          </ac:spMkLst>
        </pc:spChg>
        <pc:grpChg chg="add del mod">
          <ac:chgData name="Balaji Kumar" userId="4172fc1a-76e1-41b0-804d-639b31ee2f6b" providerId="ADAL" clId="{42BB7123-83F0-4B80-A335-951069422C84}" dt="2026-03-09T10:03:33.784" v="1490" actId="165"/>
          <ac:grpSpMkLst>
            <pc:docMk/>
            <pc:sldMk cId="563754320" sldId="262"/>
            <ac:grpSpMk id="6" creationId="{E7B4BB96-E16D-76A2-8B8B-904C14C54AA2}"/>
          </ac:grpSpMkLst>
        </pc:grpChg>
        <pc:picChg chg="add mod modCrop">
          <ac:chgData name="Balaji Kumar" userId="4172fc1a-76e1-41b0-804d-639b31ee2f6b" providerId="ADAL" clId="{42BB7123-83F0-4B80-A335-951069422C84}" dt="2026-03-09T10:01:49.055" v="1352" actId="554"/>
          <ac:picMkLst>
            <pc:docMk/>
            <pc:sldMk cId="563754320" sldId="262"/>
            <ac:picMk id="3" creationId="{50E93845-5B07-B200-1749-049D7BA26D61}"/>
          </ac:picMkLst>
        </pc:picChg>
      </pc:sldChg>
      <pc:sldChg chg="addSp delSp modSp mod chgLayout">
        <pc:chgData name="Balaji Kumar" userId="4172fc1a-76e1-41b0-804d-639b31ee2f6b" providerId="ADAL" clId="{42BB7123-83F0-4B80-A335-951069422C84}" dt="2026-03-09T10:12:13.027" v="1894"/>
        <pc:sldMkLst>
          <pc:docMk/>
          <pc:sldMk cId="4269017594" sldId="263"/>
        </pc:sldMkLst>
        <pc:spChg chg="add mod ord">
          <ac:chgData name="Balaji Kumar" userId="4172fc1a-76e1-41b0-804d-639b31ee2f6b" providerId="ADAL" clId="{42BB7123-83F0-4B80-A335-951069422C84}" dt="2026-03-09T10:05:48.818" v="1577" actId="113"/>
          <ac:spMkLst>
            <pc:docMk/>
            <pc:sldMk cId="4269017594" sldId="263"/>
            <ac:spMk id="2" creationId="{F620081C-DF9A-613D-0FE3-9FE8F04D7F72}"/>
          </ac:spMkLst>
        </pc:spChg>
        <pc:spChg chg="add mod">
          <ac:chgData name="Balaji Kumar" userId="4172fc1a-76e1-41b0-804d-639b31ee2f6b" providerId="ADAL" clId="{42BB7123-83F0-4B80-A335-951069422C84}" dt="2026-03-09T10:12:13.027" v="1894"/>
          <ac:spMkLst>
            <pc:docMk/>
            <pc:sldMk cId="4269017594" sldId="263"/>
            <ac:spMk id="3" creationId="{D6E62E4D-85E5-6E29-F2F1-61CBB033E6EB}"/>
          </ac:spMkLst>
        </pc:spChg>
        <pc:spChg chg="mod ord">
          <ac:chgData name="Balaji Kumar" userId="4172fc1a-76e1-41b0-804d-639b31ee2f6b" providerId="ADAL" clId="{42BB7123-83F0-4B80-A335-951069422C84}" dt="2026-03-09T10:05:41.921" v="1572" actId="700"/>
          <ac:spMkLst>
            <pc:docMk/>
            <pc:sldMk cId="4269017594" sldId="263"/>
            <ac:spMk id="4" creationId="{8CF79A22-0308-A4D3-355F-1D5FA16181C5}"/>
          </ac:spMkLst>
        </pc:spChg>
        <pc:spChg chg="del">
          <ac:chgData name="Balaji Kumar" userId="4172fc1a-76e1-41b0-804d-639b31ee2f6b" providerId="ADAL" clId="{42BB7123-83F0-4B80-A335-951069422C84}" dt="2026-03-09T10:05:50.132" v="1578" actId="478"/>
          <ac:spMkLst>
            <pc:docMk/>
            <pc:sldMk cId="4269017594" sldId="263"/>
            <ac:spMk id="5" creationId="{16542CF2-4541-F983-AF5D-DA1FC1CF75B1}"/>
          </ac:spMkLst>
        </pc:spChg>
      </pc:sldChg>
      <pc:sldChg chg="addSp delSp modSp mod modClrScheme chgLayout">
        <pc:chgData name="Balaji Kumar" userId="4172fc1a-76e1-41b0-804d-639b31ee2f6b" providerId="ADAL" clId="{42BB7123-83F0-4B80-A335-951069422C84}" dt="2026-03-09T10:12:02.799" v="1883"/>
        <pc:sldMkLst>
          <pc:docMk/>
          <pc:sldMk cId="1184326119" sldId="264"/>
        </pc:sldMkLst>
        <pc:spChg chg="mod ord">
          <ac:chgData name="Balaji Kumar" userId="4172fc1a-76e1-41b0-804d-639b31ee2f6b" providerId="ADAL" clId="{42BB7123-83F0-4B80-A335-951069422C84}" dt="2026-03-09T10:10:11.699" v="1806" actId="700"/>
          <ac:spMkLst>
            <pc:docMk/>
            <pc:sldMk cId="1184326119" sldId="264"/>
            <ac:spMk id="2" creationId="{6B40C6DB-326C-34EB-CF37-174BF53010E3}"/>
          </ac:spMkLst>
        </pc:spChg>
        <pc:spChg chg="del mod">
          <ac:chgData name="Balaji Kumar" userId="4172fc1a-76e1-41b0-804d-639b31ee2f6b" providerId="ADAL" clId="{42BB7123-83F0-4B80-A335-951069422C84}" dt="2026-03-09T10:10:17.890" v="1809" actId="478"/>
          <ac:spMkLst>
            <pc:docMk/>
            <pc:sldMk cId="1184326119" sldId="264"/>
            <ac:spMk id="3" creationId="{14A9FEF8-36B9-C9C2-E6ED-18DF500C46DA}"/>
          </ac:spMkLst>
        </pc:spChg>
        <pc:spChg chg="add del mod ord">
          <ac:chgData name="Balaji Kumar" userId="4172fc1a-76e1-41b0-804d-639b31ee2f6b" providerId="ADAL" clId="{42BB7123-83F0-4B80-A335-951069422C84}" dt="2026-03-09T10:10:11.699" v="1806" actId="700"/>
          <ac:spMkLst>
            <pc:docMk/>
            <pc:sldMk cId="1184326119" sldId="264"/>
            <ac:spMk id="5" creationId="{E0950141-8180-D48C-B1EF-2394F7D788EC}"/>
          </ac:spMkLst>
        </pc:spChg>
        <pc:spChg chg="add mod ord">
          <ac:chgData name="Balaji Kumar" userId="4172fc1a-76e1-41b0-804d-639b31ee2f6b" providerId="ADAL" clId="{42BB7123-83F0-4B80-A335-951069422C84}" dt="2026-03-09T10:10:16.087" v="1808" actId="5793"/>
          <ac:spMkLst>
            <pc:docMk/>
            <pc:sldMk cId="1184326119" sldId="264"/>
            <ac:spMk id="9" creationId="{E83771A4-9CAB-E8CD-4446-7BD834C651A4}"/>
          </ac:spMkLst>
        </pc:spChg>
        <pc:spChg chg="add mod">
          <ac:chgData name="Balaji Kumar" userId="4172fc1a-76e1-41b0-804d-639b31ee2f6b" providerId="ADAL" clId="{42BB7123-83F0-4B80-A335-951069422C84}" dt="2026-03-09T10:12:02.799" v="1883"/>
          <ac:spMkLst>
            <pc:docMk/>
            <pc:sldMk cId="1184326119" sldId="264"/>
            <ac:spMk id="10" creationId="{EB0884AC-5F13-EAF7-4384-06CC7A70590F}"/>
          </ac:spMkLst>
        </pc:spChg>
      </pc:sldChg>
      <pc:sldChg chg="addSp delSp modSp mod modClrScheme chgLayout">
        <pc:chgData name="Balaji Kumar" userId="4172fc1a-76e1-41b0-804d-639b31ee2f6b" providerId="ADAL" clId="{42BB7123-83F0-4B80-A335-951069422C84}" dt="2026-03-09T10:12:02.114" v="1882"/>
        <pc:sldMkLst>
          <pc:docMk/>
          <pc:sldMk cId="2623740892" sldId="265"/>
        </pc:sldMkLst>
        <pc:spChg chg="mod ord">
          <ac:chgData name="Balaji Kumar" userId="4172fc1a-76e1-41b0-804d-639b31ee2f6b" providerId="ADAL" clId="{42BB7123-83F0-4B80-A335-951069422C84}" dt="2026-03-09T10:10:21.351" v="1810" actId="700"/>
          <ac:spMkLst>
            <pc:docMk/>
            <pc:sldMk cId="2623740892" sldId="265"/>
            <ac:spMk id="2" creationId="{2B76B002-465E-F9FE-5C42-82971DE92EE8}"/>
          </ac:spMkLst>
        </pc:spChg>
        <pc:spChg chg="del mod">
          <ac:chgData name="Balaji Kumar" userId="4172fc1a-76e1-41b0-804d-639b31ee2f6b" providerId="ADAL" clId="{42BB7123-83F0-4B80-A335-951069422C84}" dt="2026-03-09T10:10:29.353" v="1817" actId="478"/>
          <ac:spMkLst>
            <pc:docMk/>
            <pc:sldMk cId="2623740892" sldId="265"/>
            <ac:spMk id="3" creationId="{9DC31A14-B09D-D733-216D-09D761BBA043}"/>
          </ac:spMkLst>
        </pc:spChg>
        <pc:spChg chg="add mod ord">
          <ac:chgData name="Balaji Kumar" userId="4172fc1a-76e1-41b0-804d-639b31ee2f6b" providerId="ADAL" clId="{42BB7123-83F0-4B80-A335-951069422C84}" dt="2026-03-09T10:10:27.415" v="1816" actId="20577"/>
          <ac:spMkLst>
            <pc:docMk/>
            <pc:sldMk cId="2623740892" sldId="265"/>
            <ac:spMk id="5" creationId="{B1EB3A78-EEA4-FBFC-ACC3-D67AABEFC1B9}"/>
          </ac:spMkLst>
        </pc:spChg>
        <pc:spChg chg="add mod">
          <ac:chgData name="Balaji Kumar" userId="4172fc1a-76e1-41b0-804d-639b31ee2f6b" providerId="ADAL" clId="{42BB7123-83F0-4B80-A335-951069422C84}" dt="2026-03-09T10:12:02.114" v="1882"/>
          <ac:spMkLst>
            <pc:docMk/>
            <pc:sldMk cId="2623740892" sldId="265"/>
            <ac:spMk id="6" creationId="{C5F65F50-8F29-1044-6423-89845096E2F8}"/>
          </ac:spMkLst>
        </pc:spChg>
      </pc:sldChg>
      <pc:sldChg chg="addSp modSp mod chgLayout">
        <pc:chgData name="Balaji Kumar" userId="4172fc1a-76e1-41b0-804d-639b31ee2f6b" providerId="ADAL" clId="{42BB7123-83F0-4B80-A335-951069422C84}" dt="2026-03-09T10:12:06.968" v="1890"/>
        <pc:sldMkLst>
          <pc:docMk/>
          <pc:sldMk cId="1461184336" sldId="267"/>
        </pc:sldMkLst>
        <pc:spChg chg="mod ord">
          <ac:chgData name="Balaji Kumar" userId="4172fc1a-76e1-41b0-804d-639b31ee2f6b" providerId="ADAL" clId="{42BB7123-83F0-4B80-A335-951069422C84}" dt="2026-03-09T10:06:30.859" v="1611" actId="700"/>
          <ac:spMkLst>
            <pc:docMk/>
            <pc:sldMk cId="1461184336" sldId="267"/>
            <ac:spMk id="2" creationId="{F847DCEB-9BE6-3614-A775-5C4E81B0FDE3}"/>
          </ac:spMkLst>
        </pc:spChg>
        <pc:spChg chg="mod ord">
          <ac:chgData name="Balaji Kumar" userId="4172fc1a-76e1-41b0-804d-639b31ee2f6b" providerId="ADAL" clId="{42BB7123-83F0-4B80-A335-951069422C84}" dt="2026-03-09T10:06:35.313" v="1614" actId="113"/>
          <ac:spMkLst>
            <pc:docMk/>
            <pc:sldMk cId="1461184336" sldId="267"/>
            <ac:spMk id="3" creationId="{298A4947-F06E-191F-38C5-A4EF611AFF6B}"/>
          </ac:spMkLst>
        </pc:spChg>
        <pc:spChg chg="add mod">
          <ac:chgData name="Balaji Kumar" userId="4172fc1a-76e1-41b0-804d-639b31ee2f6b" providerId="ADAL" clId="{42BB7123-83F0-4B80-A335-951069422C84}" dt="2026-03-09T10:12:06.968" v="1890"/>
          <ac:spMkLst>
            <pc:docMk/>
            <pc:sldMk cId="1461184336" sldId="267"/>
            <ac:spMk id="4" creationId="{9F0F5E7C-06D5-7680-1C35-7CAC76DCC667}"/>
          </ac:spMkLst>
        </pc:spChg>
        <pc:spChg chg="mod">
          <ac:chgData name="Balaji Kumar" userId="4172fc1a-76e1-41b0-804d-639b31ee2f6b" providerId="ADAL" clId="{42BB7123-83F0-4B80-A335-951069422C84}" dt="2026-03-09T10:06:40.605" v="1620" actId="1036"/>
          <ac:spMkLst>
            <pc:docMk/>
            <pc:sldMk cId="1461184336" sldId="267"/>
            <ac:spMk id="6" creationId="{F4F28AE3-093F-80F8-16A0-78E30AB63748}"/>
          </ac:spMkLst>
        </pc:spChg>
        <pc:spChg chg="mod">
          <ac:chgData name="Balaji Kumar" userId="4172fc1a-76e1-41b0-804d-639b31ee2f6b" providerId="ADAL" clId="{42BB7123-83F0-4B80-A335-951069422C84}" dt="2026-03-09T10:06:40.605" v="1620" actId="1036"/>
          <ac:spMkLst>
            <pc:docMk/>
            <pc:sldMk cId="1461184336" sldId="267"/>
            <ac:spMk id="7" creationId="{5E1DA3B4-9F96-F196-6EDD-028764FE51AF}"/>
          </ac:spMkLst>
        </pc:spChg>
        <pc:spChg chg="mod">
          <ac:chgData name="Balaji Kumar" userId="4172fc1a-76e1-41b0-804d-639b31ee2f6b" providerId="ADAL" clId="{42BB7123-83F0-4B80-A335-951069422C84}" dt="2026-03-09T10:06:40.605" v="1620" actId="1036"/>
          <ac:spMkLst>
            <pc:docMk/>
            <pc:sldMk cId="1461184336" sldId="267"/>
            <ac:spMk id="8" creationId="{88BD4DAE-1D6B-EE0E-AA82-06A3B1414C02}"/>
          </ac:spMkLst>
        </pc:spChg>
        <pc:spChg chg="mod">
          <ac:chgData name="Balaji Kumar" userId="4172fc1a-76e1-41b0-804d-639b31ee2f6b" providerId="ADAL" clId="{42BB7123-83F0-4B80-A335-951069422C84}" dt="2026-03-09T10:06:40.605" v="1620" actId="1036"/>
          <ac:spMkLst>
            <pc:docMk/>
            <pc:sldMk cId="1461184336" sldId="267"/>
            <ac:spMk id="9" creationId="{2982626E-FDF6-30C3-E223-BEE3497D250E}"/>
          </ac:spMkLst>
        </pc:spChg>
        <pc:picChg chg="mod">
          <ac:chgData name="Balaji Kumar" userId="4172fc1a-76e1-41b0-804d-639b31ee2f6b" providerId="ADAL" clId="{42BB7123-83F0-4B80-A335-951069422C84}" dt="2026-03-09T10:06:40.605" v="1620" actId="1036"/>
          <ac:picMkLst>
            <pc:docMk/>
            <pc:sldMk cId="1461184336" sldId="267"/>
            <ac:picMk id="5" creationId="{AFB21428-D170-54C4-9D4D-97D5BA3A9019}"/>
          </ac:picMkLst>
        </pc:picChg>
      </pc:sldChg>
      <pc:sldChg chg="addSp modSp mod modClrScheme chgLayout">
        <pc:chgData name="Balaji Kumar" userId="4172fc1a-76e1-41b0-804d-639b31ee2f6b" providerId="ADAL" clId="{42BB7123-83F0-4B80-A335-951069422C84}" dt="2026-03-09T10:12:03.403" v="1884"/>
        <pc:sldMkLst>
          <pc:docMk/>
          <pc:sldMk cId="1752567648" sldId="268"/>
        </pc:sldMkLst>
        <pc:spChg chg="add mod ord">
          <ac:chgData name="Balaji Kumar" userId="4172fc1a-76e1-41b0-804d-639b31ee2f6b" providerId="ADAL" clId="{42BB7123-83F0-4B80-A335-951069422C84}" dt="2026-03-09T10:10:04.364" v="1803" actId="700"/>
          <ac:spMkLst>
            <pc:docMk/>
            <pc:sldMk cId="1752567648" sldId="268"/>
            <ac:spMk id="2" creationId="{CF73F795-FFBE-BC20-F380-EA9CDA8EB32C}"/>
          </ac:spMkLst>
        </pc:spChg>
        <pc:spChg chg="mod ord">
          <ac:chgData name="Balaji Kumar" userId="4172fc1a-76e1-41b0-804d-639b31ee2f6b" providerId="ADAL" clId="{42BB7123-83F0-4B80-A335-951069422C84}" dt="2026-03-09T10:10:04.364" v="1803" actId="700"/>
          <ac:spMkLst>
            <pc:docMk/>
            <pc:sldMk cId="1752567648" sldId="268"/>
            <ac:spMk id="3" creationId="{669D7EE9-8EA8-3941-534B-A2498DA69B9C}"/>
          </ac:spMkLst>
        </pc:spChg>
        <pc:spChg chg="add mod">
          <ac:chgData name="Balaji Kumar" userId="4172fc1a-76e1-41b0-804d-639b31ee2f6b" providerId="ADAL" clId="{42BB7123-83F0-4B80-A335-951069422C84}" dt="2026-03-09T10:12:03.403" v="1884"/>
          <ac:spMkLst>
            <pc:docMk/>
            <pc:sldMk cId="1752567648" sldId="268"/>
            <ac:spMk id="6" creationId="{31BD25D2-9A71-4525-39D2-52463FB5C315}"/>
          </ac:spMkLst>
        </pc:spChg>
      </pc:sldChg>
      <pc:sldChg chg="addSp delSp modSp mod modClrScheme chgLayout">
        <pc:chgData name="Balaji Kumar" userId="4172fc1a-76e1-41b0-804d-639b31ee2f6b" providerId="ADAL" clId="{42BB7123-83F0-4B80-A335-951069422C84}" dt="2026-03-09T10:12:05.838" v="1888"/>
        <pc:sldMkLst>
          <pc:docMk/>
          <pc:sldMk cId="1224768972" sldId="269"/>
        </pc:sldMkLst>
        <pc:spChg chg="add del mod ord">
          <ac:chgData name="Balaji Kumar" userId="4172fc1a-76e1-41b0-804d-639b31ee2f6b" providerId="ADAL" clId="{42BB7123-83F0-4B80-A335-951069422C84}" dt="2026-03-09T10:09:38.054" v="1788" actId="478"/>
          <ac:spMkLst>
            <pc:docMk/>
            <pc:sldMk cId="1224768972" sldId="269"/>
            <ac:spMk id="2" creationId="{3FD33BBE-0D9B-202E-4E01-588538C0C119}"/>
          </ac:spMkLst>
        </pc:spChg>
        <pc:spChg chg="mod ord">
          <ac:chgData name="Balaji Kumar" userId="4172fc1a-76e1-41b0-804d-639b31ee2f6b" providerId="ADAL" clId="{42BB7123-83F0-4B80-A335-951069422C84}" dt="2026-03-09T10:09:35.883" v="1787" actId="700"/>
          <ac:spMkLst>
            <pc:docMk/>
            <pc:sldMk cId="1224768972" sldId="269"/>
            <ac:spMk id="3" creationId="{B194596F-682C-AC17-A4F1-F9309148F3F1}"/>
          </ac:spMkLst>
        </pc:spChg>
        <pc:spChg chg="add mod">
          <ac:chgData name="Balaji Kumar" userId="4172fc1a-76e1-41b0-804d-639b31ee2f6b" providerId="ADAL" clId="{42BB7123-83F0-4B80-A335-951069422C84}" dt="2026-03-09T10:12:05.838" v="1888"/>
          <ac:spMkLst>
            <pc:docMk/>
            <pc:sldMk cId="1224768972" sldId="269"/>
            <ac:spMk id="6" creationId="{82081778-F8E7-F3E0-B3ED-C968013CAF62}"/>
          </ac:spMkLst>
        </pc:spChg>
      </pc:sldChg>
      <pc:sldChg chg="addSp delSp modSp mod chgLayout">
        <pc:chgData name="Balaji Kumar" userId="4172fc1a-76e1-41b0-804d-639b31ee2f6b" providerId="ADAL" clId="{42BB7123-83F0-4B80-A335-951069422C84}" dt="2026-03-09T10:05:55.161" v="1580" actId="478"/>
        <pc:sldMkLst>
          <pc:docMk/>
          <pc:sldMk cId="2451416293" sldId="2147469058"/>
        </pc:sldMkLst>
        <pc:spChg chg="add del mod ord">
          <ac:chgData name="Balaji Kumar" userId="4172fc1a-76e1-41b0-804d-639b31ee2f6b" providerId="ADAL" clId="{42BB7123-83F0-4B80-A335-951069422C84}" dt="2026-03-09T10:05:55.161" v="1580" actId="478"/>
          <ac:spMkLst>
            <pc:docMk/>
            <pc:sldMk cId="2451416293" sldId="2147469058"/>
            <ac:spMk id="2" creationId="{9AC9912A-EA6B-15D7-3699-DF7D9A529E3D}"/>
          </ac:spMkLst>
        </pc:spChg>
        <pc:spChg chg="mod ord">
          <ac:chgData name="Balaji Kumar" userId="4172fc1a-76e1-41b0-804d-639b31ee2f6b" providerId="ADAL" clId="{42BB7123-83F0-4B80-A335-951069422C84}" dt="2026-03-09T10:05:53.934" v="1579" actId="700"/>
          <ac:spMkLst>
            <pc:docMk/>
            <pc:sldMk cId="2451416293" sldId="2147469058"/>
            <ac:spMk id="4" creationId="{211456A7-3F90-7B1F-734B-0924AC9FA675}"/>
          </ac:spMkLst>
        </pc:spChg>
        <pc:spChg chg="mod ord">
          <ac:chgData name="Balaji Kumar" userId="4172fc1a-76e1-41b0-804d-639b31ee2f6b" providerId="ADAL" clId="{42BB7123-83F0-4B80-A335-951069422C84}" dt="2026-03-09T10:05:53.934" v="1579" actId="700"/>
          <ac:spMkLst>
            <pc:docMk/>
            <pc:sldMk cId="2451416293" sldId="2147469058"/>
            <ac:spMk id="11" creationId="{ACE8424F-EDD7-0F14-D22E-3375FCCE8A7E}"/>
          </ac:spMkLst>
        </pc:spChg>
      </pc:sldChg>
      <pc:sldChg chg="addSp delSp modSp mod chgLayout">
        <pc:chgData name="Balaji Kumar" userId="4172fc1a-76e1-41b0-804d-639b31ee2f6b" providerId="ADAL" clId="{42BB7123-83F0-4B80-A335-951069422C84}" dt="2026-03-09T10:06:04.349" v="1589" actId="20577"/>
        <pc:sldMkLst>
          <pc:docMk/>
          <pc:sldMk cId="305738286" sldId="2147469059"/>
        </pc:sldMkLst>
        <pc:spChg chg="add del mod ord">
          <ac:chgData name="Balaji Kumar" userId="4172fc1a-76e1-41b0-804d-639b31ee2f6b" providerId="ADAL" clId="{42BB7123-83F0-4B80-A335-951069422C84}" dt="2026-03-09T10:05:59.218" v="1582" actId="478"/>
          <ac:spMkLst>
            <pc:docMk/>
            <pc:sldMk cId="305738286" sldId="2147469059"/>
            <ac:spMk id="2" creationId="{74E55EC1-BC01-0FBA-8CE0-CB10C9D7DB5E}"/>
          </ac:spMkLst>
        </pc:spChg>
        <pc:spChg chg="mod ord">
          <ac:chgData name="Balaji Kumar" userId="4172fc1a-76e1-41b0-804d-639b31ee2f6b" providerId="ADAL" clId="{42BB7123-83F0-4B80-A335-951069422C84}" dt="2026-03-09T10:05:58.150" v="1581" actId="700"/>
          <ac:spMkLst>
            <pc:docMk/>
            <pc:sldMk cId="305738286" sldId="2147469059"/>
            <ac:spMk id="4" creationId="{31E65C5D-90FC-51A0-B9D9-7AE5CD01251B}"/>
          </ac:spMkLst>
        </pc:spChg>
        <pc:spChg chg="mod">
          <ac:chgData name="Balaji Kumar" userId="4172fc1a-76e1-41b0-804d-639b31ee2f6b" providerId="ADAL" clId="{42BB7123-83F0-4B80-A335-951069422C84}" dt="2026-03-09T10:06:04.349" v="1589" actId="20577"/>
          <ac:spMkLst>
            <pc:docMk/>
            <pc:sldMk cId="305738286" sldId="2147469059"/>
            <ac:spMk id="7" creationId="{05E7539A-20B4-585D-4810-DDB7B4314AC4}"/>
          </ac:spMkLst>
        </pc:spChg>
        <pc:spChg chg="mod ord">
          <ac:chgData name="Balaji Kumar" userId="4172fc1a-76e1-41b0-804d-639b31ee2f6b" providerId="ADAL" clId="{42BB7123-83F0-4B80-A335-951069422C84}" dt="2026-03-09T10:05:58.150" v="1581" actId="700"/>
          <ac:spMkLst>
            <pc:docMk/>
            <pc:sldMk cId="305738286" sldId="2147469059"/>
            <ac:spMk id="9" creationId="{59DEBF25-EBC6-53B3-3A7A-2F0C013D15CE}"/>
          </ac:spMkLst>
        </pc:spChg>
      </pc:sldChg>
      <pc:sldChg chg="addSp delSp modSp mod chgLayout">
        <pc:chgData name="Balaji Kumar" userId="4172fc1a-76e1-41b0-804d-639b31ee2f6b" providerId="ADAL" clId="{42BB7123-83F0-4B80-A335-951069422C84}" dt="2026-03-09T10:12:11.133" v="1893"/>
        <pc:sldMkLst>
          <pc:docMk/>
          <pc:sldMk cId="2212548619" sldId="2147483571"/>
        </pc:sldMkLst>
        <pc:spChg chg="add del mod ord">
          <ac:chgData name="Balaji Kumar" userId="4172fc1a-76e1-41b0-804d-639b31ee2f6b" providerId="ADAL" clId="{42BB7123-83F0-4B80-A335-951069422C84}" dt="2026-03-09T10:06:24.672" v="1604" actId="478"/>
          <ac:spMkLst>
            <pc:docMk/>
            <pc:sldMk cId="2212548619" sldId="2147483571"/>
            <ac:spMk id="2" creationId="{0CD3B1C2-5255-F2D4-8D1C-0E4BE6A7CE10}"/>
          </ac:spMkLst>
        </pc:spChg>
        <pc:spChg chg="add del mod">
          <ac:chgData name="Balaji Kumar" userId="4172fc1a-76e1-41b0-804d-639b31ee2f6b" providerId="ADAL" clId="{42BB7123-83F0-4B80-A335-951069422C84}" dt="2026-03-09T10:12:10.811" v="1892" actId="478"/>
          <ac:spMkLst>
            <pc:docMk/>
            <pc:sldMk cId="2212548619" sldId="2147483571"/>
            <ac:spMk id="3" creationId="{33C1ACAD-9905-18BC-1534-20F54BD46B5F}"/>
          </ac:spMkLst>
        </pc:spChg>
        <pc:spChg chg="mod ord">
          <ac:chgData name="Balaji Kumar" userId="4172fc1a-76e1-41b0-804d-639b31ee2f6b" providerId="ADAL" clId="{42BB7123-83F0-4B80-A335-951069422C84}" dt="2026-03-09T10:06:10.163" v="1590" actId="700"/>
          <ac:spMkLst>
            <pc:docMk/>
            <pc:sldMk cId="2212548619" sldId="2147483571"/>
            <ac:spMk id="4" creationId="{9F9EA3F1-5207-57E9-D528-4521BE00F854}"/>
          </ac:spMkLst>
        </pc:spChg>
        <pc:spChg chg="add mod">
          <ac:chgData name="Balaji Kumar" userId="4172fc1a-76e1-41b0-804d-639b31ee2f6b" providerId="ADAL" clId="{42BB7123-83F0-4B80-A335-951069422C84}" dt="2026-03-09T10:12:11.133" v="1893"/>
          <ac:spMkLst>
            <pc:docMk/>
            <pc:sldMk cId="2212548619" sldId="2147483571"/>
            <ac:spMk id="5" creationId="{D96D4EE8-D414-40D1-DC78-9EA2453E2E79}"/>
          </ac:spMkLst>
        </pc:spChg>
        <pc:spChg chg="mod">
          <ac:chgData name="Balaji Kumar" userId="4172fc1a-76e1-41b0-804d-639b31ee2f6b" providerId="ADAL" clId="{42BB7123-83F0-4B80-A335-951069422C84}" dt="2026-03-09T10:06:27.227" v="1610" actId="1035"/>
          <ac:spMkLst>
            <pc:docMk/>
            <pc:sldMk cId="2212548619" sldId="2147483571"/>
            <ac:spMk id="7" creationId="{755C915A-582C-2C62-8F6A-CBDF919209FE}"/>
          </ac:spMkLst>
        </pc:spChg>
        <pc:spChg chg="del mod ord">
          <ac:chgData name="Balaji Kumar" userId="4172fc1a-76e1-41b0-804d-639b31ee2f6b" providerId="ADAL" clId="{42BB7123-83F0-4B80-A335-951069422C84}" dt="2026-03-09T10:12:10.811" v="1892" actId="478"/>
          <ac:spMkLst>
            <pc:docMk/>
            <pc:sldMk cId="2212548619" sldId="2147483571"/>
            <ac:spMk id="9" creationId="{4E7806B8-7859-A19E-9771-F902246835E6}"/>
          </ac:spMkLst>
        </pc:spChg>
        <pc:picChg chg="mod">
          <ac:chgData name="Balaji Kumar" userId="4172fc1a-76e1-41b0-804d-639b31ee2f6b" providerId="ADAL" clId="{42BB7123-83F0-4B80-A335-951069422C84}" dt="2026-03-09T10:06:27.227" v="1610" actId="1035"/>
          <ac:picMkLst>
            <pc:docMk/>
            <pc:sldMk cId="2212548619" sldId="2147483571"/>
            <ac:picMk id="9218" creationId="{B2F3293B-8D6C-5CE9-7E6A-6E5986E308CA}"/>
          </ac:picMkLst>
        </pc:picChg>
      </pc:sldChg>
      <pc:sldChg chg="addSp delSp modSp del mod chgLayout">
        <pc:chgData name="Balaji Kumar" userId="4172fc1a-76e1-41b0-804d-639b31ee2f6b" providerId="ADAL" clId="{42BB7123-83F0-4B80-A335-951069422C84}" dt="2026-03-09T10:09:32.305" v="1786" actId="47"/>
        <pc:sldMkLst>
          <pc:docMk/>
          <pc:sldMk cId="1805939581" sldId="2147483572"/>
        </pc:sldMkLst>
        <pc:spChg chg="mod ord">
          <ac:chgData name="Balaji Kumar" userId="4172fc1a-76e1-41b0-804d-639b31ee2f6b" providerId="ADAL" clId="{42BB7123-83F0-4B80-A335-951069422C84}" dt="2026-03-09T10:07:43.674" v="1626" actId="700"/>
          <ac:spMkLst>
            <pc:docMk/>
            <pc:sldMk cId="1805939581" sldId="2147483572"/>
            <ac:spMk id="2" creationId="{951E4A30-621D-9FA9-9D74-B4CBE426CD75}"/>
          </ac:spMkLst>
        </pc:spChg>
        <pc:spChg chg="mod ord">
          <ac:chgData name="Balaji Kumar" userId="4172fc1a-76e1-41b0-804d-639b31ee2f6b" providerId="ADAL" clId="{42BB7123-83F0-4B80-A335-951069422C84}" dt="2026-03-09T10:07:43.674" v="1626" actId="700"/>
          <ac:spMkLst>
            <pc:docMk/>
            <pc:sldMk cId="1805939581" sldId="2147483572"/>
            <ac:spMk id="3" creationId="{7383D97E-D928-3F48-04E0-368E3D0CC1D0}"/>
          </ac:spMkLst>
        </pc:spChg>
        <pc:spChg chg="mod">
          <ac:chgData name="Balaji Kumar" userId="4172fc1a-76e1-41b0-804d-639b31ee2f6b" providerId="ADAL" clId="{42BB7123-83F0-4B80-A335-951069422C84}" dt="2026-03-09T10:07:42.830" v="1625" actId="1076"/>
          <ac:spMkLst>
            <pc:docMk/>
            <pc:sldMk cId="1805939581" sldId="2147483572"/>
            <ac:spMk id="4" creationId="{A895A5A5-BEFC-0C15-41C7-28687F4E2636}"/>
          </ac:spMkLst>
        </pc:spChg>
        <pc:spChg chg="add del mod">
          <ac:chgData name="Balaji Kumar" userId="4172fc1a-76e1-41b0-804d-639b31ee2f6b" providerId="ADAL" clId="{42BB7123-83F0-4B80-A335-951069422C84}" dt="2026-03-09T10:06:44.098" v="1622" actId="6264"/>
          <ac:spMkLst>
            <pc:docMk/>
            <pc:sldMk cId="1805939581" sldId="2147483572"/>
            <ac:spMk id="5" creationId="{3C03B402-761B-33A2-2B00-E37F10D6F992}"/>
          </ac:spMkLst>
        </pc:spChg>
        <pc:spChg chg="add del mod">
          <ac:chgData name="Balaji Kumar" userId="4172fc1a-76e1-41b0-804d-639b31ee2f6b" providerId="ADAL" clId="{42BB7123-83F0-4B80-A335-951069422C84}" dt="2026-03-09T10:06:44.098" v="1622" actId="6264"/>
          <ac:spMkLst>
            <pc:docMk/>
            <pc:sldMk cId="1805939581" sldId="2147483572"/>
            <ac:spMk id="6" creationId="{B067CA68-1D77-805A-80EF-DFCDA5EB2EDC}"/>
          </ac:spMkLst>
        </pc:spChg>
      </pc:sldChg>
      <pc:sldChg chg="addSp modSp mod chgLayout">
        <pc:chgData name="Balaji Kumar" userId="4172fc1a-76e1-41b0-804d-639b31ee2f6b" providerId="ADAL" clId="{42BB7123-83F0-4B80-A335-951069422C84}" dt="2026-03-09T10:12:01.414" v="1881"/>
        <pc:sldMkLst>
          <pc:docMk/>
          <pc:sldMk cId="4160828268" sldId="2147483573"/>
        </pc:sldMkLst>
        <pc:spChg chg="mod ord">
          <ac:chgData name="Balaji Kumar" userId="4172fc1a-76e1-41b0-804d-639b31ee2f6b" providerId="ADAL" clId="{42BB7123-83F0-4B80-A335-951069422C84}" dt="2026-03-09T10:10:32.591" v="1818" actId="700"/>
          <ac:spMkLst>
            <pc:docMk/>
            <pc:sldMk cId="4160828268" sldId="2147483573"/>
            <ac:spMk id="2" creationId="{AA04EB50-811C-250B-9D91-C41C16279FB4}"/>
          </ac:spMkLst>
        </pc:spChg>
        <pc:spChg chg="mod ord">
          <ac:chgData name="Balaji Kumar" userId="4172fc1a-76e1-41b0-804d-639b31ee2f6b" providerId="ADAL" clId="{42BB7123-83F0-4B80-A335-951069422C84}" dt="2026-03-09T10:10:36.019" v="1823" actId="113"/>
          <ac:spMkLst>
            <pc:docMk/>
            <pc:sldMk cId="4160828268" sldId="2147483573"/>
            <ac:spMk id="3" creationId="{DFD72C30-68CC-B9D9-140F-99AB4BE83A02}"/>
          </ac:spMkLst>
        </pc:spChg>
        <pc:spChg chg="add mod">
          <ac:chgData name="Balaji Kumar" userId="4172fc1a-76e1-41b0-804d-639b31ee2f6b" providerId="ADAL" clId="{42BB7123-83F0-4B80-A335-951069422C84}" dt="2026-03-09T10:12:01.414" v="1881"/>
          <ac:spMkLst>
            <pc:docMk/>
            <pc:sldMk cId="4160828268" sldId="2147483573"/>
            <ac:spMk id="4" creationId="{D4492F35-B7F6-3933-0903-0CF4CC2C3B15}"/>
          </ac:spMkLst>
        </pc:spChg>
      </pc:sldChg>
      <pc:sldChg chg="addSp modSp mod chgLayout">
        <pc:chgData name="Balaji Kumar" userId="4172fc1a-76e1-41b0-804d-639b31ee2f6b" providerId="ADAL" clId="{42BB7123-83F0-4B80-A335-951069422C84}" dt="2026-03-09T10:12:00.555" v="1880"/>
        <pc:sldMkLst>
          <pc:docMk/>
          <pc:sldMk cId="2777946769" sldId="2147483574"/>
        </pc:sldMkLst>
        <pc:spChg chg="mod ord">
          <ac:chgData name="Balaji Kumar" userId="4172fc1a-76e1-41b0-804d-639b31ee2f6b" providerId="ADAL" clId="{42BB7123-83F0-4B80-A335-951069422C84}" dt="2026-03-09T10:10:39.340" v="1824" actId="700"/>
          <ac:spMkLst>
            <pc:docMk/>
            <pc:sldMk cId="2777946769" sldId="2147483574"/>
            <ac:spMk id="2" creationId="{21D28BEE-1AC5-277E-8EFC-625373053130}"/>
          </ac:spMkLst>
        </pc:spChg>
        <pc:spChg chg="mod ord">
          <ac:chgData name="Balaji Kumar" userId="4172fc1a-76e1-41b0-804d-639b31ee2f6b" providerId="ADAL" clId="{42BB7123-83F0-4B80-A335-951069422C84}" dt="2026-03-09T10:10:42.240" v="1829" actId="113"/>
          <ac:spMkLst>
            <pc:docMk/>
            <pc:sldMk cId="2777946769" sldId="2147483574"/>
            <ac:spMk id="3" creationId="{CC5E65A6-8EE4-492B-B29B-E88E9DABC621}"/>
          </ac:spMkLst>
        </pc:spChg>
        <pc:spChg chg="add mod">
          <ac:chgData name="Balaji Kumar" userId="4172fc1a-76e1-41b0-804d-639b31ee2f6b" providerId="ADAL" clId="{42BB7123-83F0-4B80-A335-951069422C84}" dt="2026-03-09T10:12:00.555" v="1880"/>
          <ac:spMkLst>
            <pc:docMk/>
            <pc:sldMk cId="2777946769" sldId="2147483574"/>
            <ac:spMk id="4" creationId="{8C86586B-2838-8256-56C9-56E829501847}"/>
          </ac:spMkLst>
        </pc:spChg>
      </pc:sldChg>
      <pc:sldChg chg="addSp modSp mod">
        <pc:chgData name="Balaji Kumar" userId="4172fc1a-76e1-41b0-804d-639b31ee2f6b" providerId="ADAL" clId="{42BB7123-83F0-4B80-A335-951069422C84}" dt="2026-03-09T10:11:59.809" v="1879"/>
        <pc:sldMkLst>
          <pc:docMk/>
          <pc:sldMk cId="658950319" sldId="2147483576"/>
        </pc:sldMkLst>
        <pc:spChg chg="add mod">
          <ac:chgData name="Balaji Kumar" userId="4172fc1a-76e1-41b0-804d-639b31ee2f6b" providerId="ADAL" clId="{42BB7123-83F0-4B80-A335-951069422C84}" dt="2026-03-09T10:11:59.809" v="1879"/>
          <ac:spMkLst>
            <pc:docMk/>
            <pc:sldMk cId="658950319" sldId="2147483576"/>
            <ac:spMk id="3" creationId="{ACB4E99C-313A-C3A1-719F-AEF14E447757}"/>
          </ac:spMkLst>
        </pc:spChg>
        <pc:graphicFrameChg chg="mod modGraphic">
          <ac:chgData name="Balaji Kumar" userId="4172fc1a-76e1-41b0-804d-639b31ee2f6b" providerId="ADAL" clId="{42BB7123-83F0-4B80-A335-951069422C84}" dt="2026-03-09T10:11:35.351" v="1871" actId="1036"/>
          <ac:graphicFrameMkLst>
            <pc:docMk/>
            <pc:sldMk cId="658950319" sldId="2147483576"/>
            <ac:graphicFrameMk id="10" creationId="{FDDF0E31-93B5-5270-3E21-92E4E3B96438}"/>
          </ac:graphicFrameMkLst>
        </pc:graphicFrameChg>
      </pc:sldChg>
      <pc:sldChg chg="addSp delSp modSp mod modClrScheme chgLayout">
        <pc:chgData name="Balaji Kumar" userId="4172fc1a-76e1-41b0-804d-639b31ee2f6b" providerId="ADAL" clId="{42BB7123-83F0-4B80-A335-951069422C84}" dt="2026-03-09T10:12:05.345" v="1887"/>
        <pc:sldMkLst>
          <pc:docMk/>
          <pc:sldMk cId="2913130966" sldId="2147483578"/>
        </pc:sldMkLst>
        <pc:spChg chg="mod ord">
          <ac:chgData name="Balaji Kumar" userId="4172fc1a-76e1-41b0-804d-639b31ee2f6b" providerId="ADAL" clId="{42BB7123-83F0-4B80-A335-951069422C84}" dt="2026-03-09T10:09:40.936" v="1789" actId="700"/>
          <ac:spMkLst>
            <pc:docMk/>
            <pc:sldMk cId="2913130966" sldId="2147483578"/>
            <ac:spMk id="2" creationId="{E4E226B0-8463-7D4C-3F1F-9BDF6556EF30}"/>
          </ac:spMkLst>
        </pc:spChg>
        <pc:spChg chg="del mod">
          <ac:chgData name="Balaji Kumar" userId="4172fc1a-76e1-41b0-804d-639b31ee2f6b" providerId="ADAL" clId="{42BB7123-83F0-4B80-A335-951069422C84}" dt="2026-03-09T10:09:47.836" v="1793" actId="478"/>
          <ac:spMkLst>
            <pc:docMk/>
            <pc:sldMk cId="2913130966" sldId="2147483578"/>
            <ac:spMk id="3" creationId="{F26478D8-0EA1-61B9-71D2-ABF0E6B78836}"/>
          </ac:spMkLst>
        </pc:spChg>
        <pc:spChg chg="add mod ord">
          <ac:chgData name="Balaji Kumar" userId="4172fc1a-76e1-41b0-804d-639b31ee2f6b" providerId="ADAL" clId="{42BB7123-83F0-4B80-A335-951069422C84}" dt="2026-03-09T10:09:46.034" v="1792" actId="5793"/>
          <ac:spMkLst>
            <pc:docMk/>
            <pc:sldMk cId="2913130966" sldId="2147483578"/>
            <ac:spMk id="5" creationId="{CC4ADF93-2525-1E21-B936-285DD96D68E4}"/>
          </ac:spMkLst>
        </pc:spChg>
        <pc:spChg chg="add mod">
          <ac:chgData name="Balaji Kumar" userId="4172fc1a-76e1-41b0-804d-639b31ee2f6b" providerId="ADAL" clId="{42BB7123-83F0-4B80-A335-951069422C84}" dt="2026-03-09T10:12:05.345" v="1887"/>
          <ac:spMkLst>
            <pc:docMk/>
            <pc:sldMk cId="2913130966" sldId="2147483578"/>
            <ac:spMk id="8" creationId="{F911EF7E-8561-AD3D-1D56-69D4DC794A06}"/>
          </ac:spMkLst>
        </pc:spChg>
      </pc:sldChg>
      <pc:sldChg chg="addSp delSp modSp mod modClrScheme chgLayout">
        <pc:chgData name="Balaji Kumar" userId="4172fc1a-76e1-41b0-804d-639b31ee2f6b" providerId="ADAL" clId="{42BB7123-83F0-4B80-A335-951069422C84}" dt="2026-03-09T10:12:04.698" v="1886"/>
        <pc:sldMkLst>
          <pc:docMk/>
          <pc:sldMk cId="2402766729" sldId="2147483579"/>
        </pc:sldMkLst>
        <pc:spChg chg="add del mod ord">
          <ac:chgData name="Balaji Kumar" userId="4172fc1a-76e1-41b0-804d-639b31ee2f6b" providerId="ADAL" clId="{42BB7123-83F0-4B80-A335-951069422C84}" dt="2026-03-09T10:09:52.404" v="1795" actId="478"/>
          <ac:spMkLst>
            <pc:docMk/>
            <pc:sldMk cId="2402766729" sldId="2147483579"/>
            <ac:spMk id="2" creationId="{1B4EF9AC-89D3-7123-87F3-DADB77624217}"/>
          </ac:spMkLst>
        </pc:spChg>
        <pc:spChg chg="add mod">
          <ac:chgData name="Balaji Kumar" userId="4172fc1a-76e1-41b0-804d-639b31ee2f6b" providerId="ADAL" clId="{42BB7123-83F0-4B80-A335-951069422C84}" dt="2026-03-09T10:12:04.698" v="1886"/>
          <ac:spMkLst>
            <pc:docMk/>
            <pc:sldMk cId="2402766729" sldId="2147483579"/>
            <ac:spMk id="3" creationId="{179AB097-DB2B-9B31-230C-F58FD66932E9}"/>
          </ac:spMkLst>
        </pc:spChg>
        <pc:spChg chg="mod ord">
          <ac:chgData name="Balaji Kumar" userId="4172fc1a-76e1-41b0-804d-639b31ee2f6b" providerId="ADAL" clId="{42BB7123-83F0-4B80-A335-951069422C84}" dt="2026-03-09T10:09:51.195" v="1794" actId="700"/>
          <ac:spMkLst>
            <pc:docMk/>
            <pc:sldMk cId="2402766729" sldId="2147483579"/>
            <ac:spMk id="7" creationId="{3B965774-67E0-2366-8FDC-00DA5CFC1AA6}"/>
          </ac:spMkLst>
        </pc:spChg>
        <pc:spChg chg="mod">
          <ac:chgData name="Balaji Kumar" userId="4172fc1a-76e1-41b0-804d-639b31ee2f6b" providerId="ADAL" clId="{42BB7123-83F0-4B80-A335-951069422C84}" dt="2026-03-09T10:09:56.922" v="1801" actId="1036"/>
          <ac:spMkLst>
            <pc:docMk/>
            <pc:sldMk cId="2402766729" sldId="2147483579"/>
            <ac:spMk id="8" creationId="{BE9A9F43-EC0F-5564-1F3E-D70FA18D6DFD}"/>
          </ac:spMkLst>
        </pc:spChg>
        <pc:spChg chg="mod">
          <ac:chgData name="Balaji Kumar" userId="4172fc1a-76e1-41b0-804d-639b31ee2f6b" providerId="ADAL" clId="{42BB7123-83F0-4B80-A335-951069422C84}" dt="2026-03-09T10:09:56.922" v="1801" actId="1036"/>
          <ac:spMkLst>
            <pc:docMk/>
            <pc:sldMk cId="2402766729" sldId="2147483579"/>
            <ac:spMk id="9" creationId="{547F5140-5E81-B58E-C14D-1A758AD2D64C}"/>
          </ac:spMkLst>
        </pc:spChg>
        <pc:spChg chg="mod">
          <ac:chgData name="Balaji Kumar" userId="4172fc1a-76e1-41b0-804d-639b31ee2f6b" providerId="ADAL" clId="{42BB7123-83F0-4B80-A335-951069422C84}" dt="2026-03-09T10:09:56.922" v="1801" actId="1036"/>
          <ac:spMkLst>
            <pc:docMk/>
            <pc:sldMk cId="2402766729" sldId="2147483579"/>
            <ac:spMk id="12" creationId="{0C82E996-E32B-4839-BABC-2CAB136BD12A}"/>
          </ac:spMkLst>
        </pc:spChg>
        <pc:spChg chg="mod">
          <ac:chgData name="Balaji Kumar" userId="4172fc1a-76e1-41b0-804d-639b31ee2f6b" providerId="ADAL" clId="{42BB7123-83F0-4B80-A335-951069422C84}" dt="2026-03-09T10:09:56.922" v="1801" actId="1036"/>
          <ac:spMkLst>
            <pc:docMk/>
            <pc:sldMk cId="2402766729" sldId="2147483579"/>
            <ac:spMk id="13" creationId="{5D991836-84AA-718D-9400-262E1EC218D0}"/>
          </ac:spMkLst>
        </pc:spChg>
        <pc:spChg chg="mod">
          <ac:chgData name="Balaji Kumar" userId="4172fc1a-76e1-41b0-804d-639b31ee2f6b" providerId="ADAL" clId="{42BB7123-83F0-4B80-A335-951069422C84}" dt="2026-03-09T10:09:56.922" v="1801" actId="1036"/>
          <ac:spMkLst>
            <pc:docMk/>
            <pc:sldMk cId="2402766729" sldId="2147483579"/>
            <ac:spMk id="37" creationId="{C7D31662-D267-46FF-DF23-DACCC8C063D6}"/>
          </ac:spMkLst>
        </pc:spChg>
      </pc:sldChg>
      <pc:sldChg chg="addSp modSp mod modClrScheme chgLayout">
        <pc:chgData name="Balaji Kumar" userId="4172fc1a-76e1-41b0-804d-639b31ee2f6b" providerId="ADAL" clId="{42BB7123-83F0-4B80-A335-951069422C84}" dt="2026-03-09T10:12:04.149" v="1885"/>
        <pc:sldMkLst>
          <pc:docMk/>
          <pc:sldMk cId="2077482933" sldId="2147483580"/>
        </pc:sldMkLst>
        <pc:spChg chg="add mod ord">
          <ac:chgData name="Balaji Kumar" userId="4172fc1a-76e1-41b0-804d-639b31ee2f6b" providerId="ADAL" clId="{42BB7123-83F0-4B80-A335-951069422C84}" dt="2026-03-09T10:10:00.471" v="1802" actId="700"/>
          <ac:spMkLst>
            <pc:docMk/>
            <pc:sldMk cId="2077482933" sldId="2147483580"/>
            <ac:spMk id="2" creationId="{25F9631E-01D6-7504-A401-FA78D4AC1903}"/>
          </ac:spMkLst>
        </pc:spChg>
        <pc:spChg chg="mod ord">
          <ac:chgData name="Balaji Kumar" userId="4172fc1a-76e1-41b0-804d-639b31ee2f6b" providerId="ADAL" clId="{42BB7123-83F0-4B80-A335-951069422C84}" dt="2026-03-09T10:10:00.471" v="1802" actId="700"/>
          <ac:spMkLst>
            <pc:docMk/>
            <pc:sldMk cId="2077482933" sldId="2147483580"/>
            <ac:spMk id="3" creationId="{C37B8087-EF0C-40A4-44B8-5D1B0F14E2EC}"/>
          </ac:spMkLst>
        </pc:spChg>
        <pc:spChg chg="add mod">
          <ac:chgData name="Balaji Kumar" userId="4172fc1a-76e1-41b0-804d-639b31ee2f6b" providerId="ADAL" clId="{42BB7123-83F0-4B80-A335-951069422C84}" dt="2026-03-09T10:12:04.149" v="1885"/>
          <ac:spMkLst>
            <pc:docMk/>
            <pc:sldMk cId="2077482933" sldId="2147483580"/>
            <ac:spMk id="4" creationId="{E4609C02-9976-D49D-3E1D-7F97060DE98A}"/>
          </ac:spMkLst>
        </pc:spChg>
      </pc:sldChg>
      <pc:sldChg chg="addSp modSp mod">
        <pc:chgData name="Balaji Kumar" userId="4172fc1a-76e1-41b0-804d-639b31ee2f6b" providerId="ADAL" clId="{42BB7123-83F0-4B80-A335-951069422C84}" dt="2026-03-09T10:11:57.833" v="1878"/>
        <pc:sldMkLst>
          <pc:docMk/>
          <pc:sldMk cId="1433697959" sldId="2147483581"/>
        </pc:sldMkLst>
        <pc:spChg chg="add mod">
          <ac:chgData name="Balaji Kumar" userId="4172fc1a-76e1-41b0-804d-639b31ee2f6b" providerId="ADAL" clId="{42BB7123-83F0-4B80-A335-951069422C84}" dt="2026-03-09T10:11:57.833" v="1878"/>
          <ac:spMkLst>
            <pc:docMk/>
            <pc:sldMk cId="1433697959" sldId="2147483581"/>
            <ac:spMk id="2" creationId="{6BFA84E8-6A2B-524D-32ED-D66C8020C64F}"/>
          </ac:spMkLst>
        </pc:spChg>
        <pc:picChg chg="mod">
          <ac:chgData name="Balaji Kumar" userId="4172fc1a-76e1-41b0-804d-639b31ee2f6b" providerId="ADAL" clId="{42BB7123-83F0-4B80-A335-951069422C84}" dt="2026-03-09T10:11:47.446" v="1877" actId="14100"/>
          <ac:picMkLst>
            <pc:docMk/>
            <pc:sldMk cId="1433697959" sldId="2147483581"/>
            <ac:picMk id="7" creationId="{80FD3E20-A6F9-7C07-317B-2D99AF963F30}"/>
          </ac:picMkLst>
        </pc:picChg>
      </pc:sldChg>
      <pc:sldChg chg="addSp delSp modSp del mod modClrScheme chgLayout">
        <pc:chgData name="Balaji Kumar" userId="4172fc1a-76e1-41b0-804d-639b31ee2f6b" providerId="ADAL" clId="{42BB7123-83F0-4B80-A335-951069422C84}" dt="2026-03-09T09:56:02.096" v="1219" actId="47"/>
        <pc:sldMkLst>
          <pc:docMk/>
          <pc:sldMk cId="2239041115" sldId="2147483582"/>
        </pc:sldMkLst>
        <pc:spChg chg="del mod ord">
          <ac:chgData name="Balaji Kumar" userId="4172fc1a-76e1-41b0-804d-639b31ee2f6b" providerId="ADAL" clId="{42BB7123-83F0-4B80-A335-951069422C84}" dt="2026-03-09T06:54:20.113" v="321" actId="478"/>
          <ac:spMkLst>
            <pc:docMk/>
            <pc:sldMk cId="2239041115" sldId="2147483582"/>
            <ac:spMk id="2" creationId="{F75F09D4-F709-D726-DA80-14073C09418D}"/>
          </ac:spMkLst>
        </pc:spChg>
        <pc:spChg chg="del mod ord">
          <ac:chgData name="Balaji Kumar" userId="4172fc1a-76e1-41b0-804d-639b31ee2f6b" providerId="ADAL" clId="{42BB7123-83F0-4B80-A335-951069422C84}" dt="2026-03-09T06:54:37.423" v="326" actId="21"/>
          <ac:spMkLst>
            <pc:docMk/>
            <pc:sldMk cId="2239041115" sldId="2147483582"/>
            <ac:spMk id="3" creationId="{8CAB5DFA-5455-BCF9-90B1-46F877F7DF4A}"/>
          </ac:spMkLst>
        </pc:spChg>
        <pc:spChg chg="add del mod">
          <ac:chgData name="Balaji Kumar" userId="4172fc1a-76e1-41b0-804d-639b31ee2f6b" providerId="ADAL" clId="{42BB7123-83F0-4B80-A335-951069422C84}" dt="2026-03-09T06:54:46.501" v="330" actId="478"/>
          <ac:spMkLst>
            <pc:docMk/>
            <pc:sldMk cId="2239041115" sldId="2147483582"/>
            <ac:spMk id="4" creationId="{28A5E914-9D4B-803F-98FB-A04BDEBB8864}"/>
          </ac:spMkLst>
        </pc:spChg>
        <pc:spChg chg="del">
          <ac:chgData name="Balaji Kumar" userId="4172fc1a-76e1-41b0-804d-639b31ee2f6b" providerId="ADAL" clId="{42BB7123-83F0-4B80-A335-951069422C84}" dt="2026-03-09T06:54:37.423" v="326" actId="21"/>
          <ac:spMkLst>
            <pc:docMk/>
            <pc:sldMk cId="2239041115" sldId="2147483582"/>
            <ac:spMk id="5" creationId="{41237978-6B21-CA49-EE4D-33E53C200550}"/>
          </ac:spMkLst>
        </pc:spChg>
        <pc:spChg chg="del">
          <ac:chgData name="Balaji Kumar" userId="4172fc1a-76e1-41b0-804d-639b31ee2f6b" providerId="ADAL" clId="{42BB7123-83F0-4B80-A335-951069422C84}" dt="2026-03-09T06:54:37.423" v="326" actId="21"/>
          <ac:spMkLst>
            <pc:docMk/>
            <pc:sldMk cId="2239041115" sldId="2147483582"/>
            <ac:spMk id="6" creationId="{FC617C0E-9EC5-E270-C6F1-111D235C8EE2}"/>
          </ac:spMkLst>
        </pc:spChg>
        <pc:spChg chg="del">
          <ac:chgData name="Balaji Kumar" userId="4172fc1a-76e1-41b0-804d-639b31ee2f6b" providerId="ADAL" clId="{42BB7123-83F0-4B80-A335-951069422C84}" dt="2026-03-09T06:54:37.423" v="326" actId="21"/>
          <ac:spMkLst>
            <pc:docMk/>
            <pc:sldMk cId="2239041115" sldId="2147483582"/>
            <ac:spMk id="7" creationId="{C827DCC0-F731-7DED-5441-732650B52114}"/>
          </ac:spMkLst>
        </pc:spChg>
        <pc:spChg chg="del">
          <ac:chgData name="Balaji Kumar" userId="4172fc1a-76e1-41b0-804d-639b31ee2f6b" providerId="ADAL" clId="{42BB7123-83F0-4B80-A335-951069422C84}" dt="2026-03-09T06:54:37.423" v="326" actId="21"/>
          <ac:spMkLst>
            <pc:docMk/>
            <pc:sldMk cId="2239041115" sldId="2147483582"/>
            <ac:spMk id="8" creationId="{26FE6EC5-3A6F-20EF-2DFE-D7E233773475}"/>
          </ac:spMkLst>
        </pc:spChg>
        <pc:spChg chg="del">
          <ac:chgData name="Balaji Kumar" userId="4172fc1a-76e1-41b0-804d-639b31ee2f6b" providerId="ADAL" clId="{42BB7123-83F0-4B80-A335-951069422C84}" dt="2026-03-09T06:54:37.423" v="326" actId="21"/>
          <ac:spMkLst>
            <pc:docMk/>
            <pc:sldMk cId="2239041115" sldId="2147483582"/>
            <ac:spMk id="10" creationId="{5BA62C57-1257-D24B-7BBA-89BB93CCB641}"/>
          </ac:spMkLst>
        </pc:spChg>
        <pc:spChg chg="del">
          <ac:chgData name="Balaji Kumar" userId="4172fc1a-76e1-41b0-804d-639b31ee2f6b" providerId="ADAL" clId="{42BB7123-83F0-4B80-A335-951069422C84}" dt="2026-03-09T06:54:37.423" v="326" actId="21"/>
          <ac:spMkLst>
            <pc:docMk/>
            <pc:sldMk cId="2239041115" sldId="2147483582"/>
            <ac:spMk id="11" creationId="{9AC93498-FBEA-7C9A-9AE7-9E8839EBC00E}"/>
          </ac:spMkLst>
        </pc:spChg>
        <pc:spChg chg="add del mod">
          <ac:chgData name="Balaji Kumar" userId="4172fc1a-76e1-41b0-804d-639b31ee2f6b" providerId="ADAL" clId="{42BB7123-83F0-4B80-A335-951069422C84}" dt="2026-03-09T06:54:23.936" v="322" actId="700"/>
          <ac:spMkLst>
            <pc:docMk/>
            <pc:sldMk cId="2239041115" sldId="2147483582"/>
            <ac:spMk id="12" creationId="{FB83397F-15FE-AE28-254D-34FDD130DF70}"/>
          </ac:spMkLst>
        </pc:spChg>
        <pc:spChg chg="add del mod ord">
          <ac:chgData name="Balaji Kumar" userId="4172fc1a-76e1-41b0-804d-639b31ee2f6b" providerId="ADAL" clId="{42BB7123-83F0-4B80-A335-951069422C84}" dt="2026-03-09T06:54:39.290" v="327" actId="700"/>
          <ac:spMkLst>
            <pc:docMk/>
            <pc:sldMk cId="2239041115" sldId="2147483582"/>
            <ac:spMk id="13" creationId="{6153896F-BB41-5F03-B066-90D56C452B7A}"/>
          </ac:spMkLst>
        </pc:spChg>
        <pc:spChg chg="add del mod ord">
          <ac:chgData name="Balaji Kumar" userId="4172fc1a-76e1-41b0-804d-639b31ee2f6b" providerId="ADAL" clId="{42BB7123-83F0-4B80-A335-951069422C84}" dt="2026-03-09T06:54:35.320" v="325" actId="700"/>
          <ac:spMkLst>
            <pc:docMk/>
            <pc:sldMk cId="2239041115" sldId="2147483582"/>
            <ac:spMk id="14" creationId="{218C638E-F77C-852D-8B3A-7D432885A5E5}"/>
          </ac:spMkLst>
        </pc:spChg>
        <pc:spChg chg="add mod or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15" creationId="{5966ADF2-EA70-FE22-768D-AC767D8F4FC2}"/>
          </ac:spMkLst>
        </pc:spChg>
        <pc:spChg chg="add del mod ord">
          <ac:chgData name="Balaji Kumar" userId="4172fc1a-76e1-41b0-804d-639b31ee2f6b" providerId="ADAL" clId="{42BB7123-83F0-4B80-A335-951069422C84}" dt="2026-03-09T06:54:46.501" v="330" actId="478"/>
          <ac:spMkLst>
            <pc:docMk/>
            <pc:sldMk cId="2239041115" sldId="2147483582"/>
            <ac:spMk id="16" creationId="{3C617598-EA8B-E9ED-10E4-1B2310B13E96}"/>
          </ac:spMkLst>
        </pc:spChg>
        <pc:spChg chg="add mo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17" creationId="{8CAB5DFA-5455-BCF9-90B1-46F877F7DF4A}"/>
          </ac:spMkLst>
        </pc:spChg>
        <pc:spChg chg="add mo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18" creationId="{41237978-6B21-CA49-EE4D-33E53C200550}"/>
          </ac:spMkLst>
        </pc:spChg>
        <pc:spChg chg="add mo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19" creationId="{FC617C0E-9EC5-E270-C6F1-111D235C8EE2}"/>
          </ac:spMkLst>
        </pc:spChg>
        <pc:spChg chg="add mo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20" creationId="{C827DCC0-F731-7DED-5441-732650B52114}"/>
          </ac:spMkLst>
        </pc:spChg>
        <pc:spChg chg="add mo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21" creationId="{26FE6EC5-3A6F-20EF-2DFE-D7E233773475}"/>
          </ac:spMkLst>
        </pc:spChg>
        <pc:spChg chg="add mo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22" creationId="{5BA62C57-1257-D24B-7BBA-89BB93CCB641}"/>
          </ac:spMkLst>
        </pc:spChg>
        <pc:spChg chg="add mod">
          <ac:chgData name="Balaji Kumar" userId="4172fc1a-76e1-41b0-804d-639b31ee2f6b" providerId="ADAL" clId="{42BB7123-83F0-4B80-A335-951069422C84}" dt="2026-03-09T06:56:11.490" v="331" actId="1076"/>
          <ac:spMkLst>
            <pc:docMk/>
            <pc:sldMk cId="2239041115" sldId="2147483582"/>
            <ac:spMk id="23" creationId="{9AC93498-FBEA-7C9A-9AE7-9E8839EBC00E}"/>
          </ac:spMkLst>
        </pc:spChg>
        <pc:spChg chg="add del mod">
          <ac:chgData name="Balaji Kumar" userId="4172fc1a-76e1-41b0-804d-639b31ee2f6b" providerId="ADAL" clId="{42BB7123-83F0-4B80-A335-951069422C84}" dt="2026-03-09T06:56:36.179" v="339"/>
          <ac:spMkLst>
            <pc:docMk/>
            <pc:sldMk cId="2239041115" sldId="2147483582"/>
            <ac:spMk id="24" creationId="{D1914963-5D2A-CDB8-39F0-880F5E226A14}"/>
          </ac:spMkLst>
        </pc:spChg>
        <pc:spChg chg="add del mod">
          <ac:chgData name="Balaji Kumar" userId="4172fc1a-76e1-41b0-804d-639b31ee2f6b" providerId="ADAL" clId="{42BB7123-83F0-4B80-A335-951069422C84}" dt="2026-03-09T06:56:36.179" v="339"/>
          <ac:spMkLst>
            <pc:docMk/>
            <pc:sldMk cId="2239041115" sldId="2147483582"/>
            <ac:spMk id="25" creationId="{1E908362-BD32-A097-9919-74DAB40E7B2B}"/>
          </ac:spMkLst>
        </pc:spChg>
        <pc:spChg chg="del mod">
          <ac:chgData name="Balaji Kumar" userId="4172fc1a-76e1-41b0-804d-639b31ee2f6b" providerId="ADAL" clId="{42BB7123-83F0-4B80-A335-951069422C84}" dt="2026-03-09T06:57:45.103" v="376"/>
          <ac:spMkLst>
            <pc:docMk/>
            <pc:sldMk cId="2239041115" sldId="2147483582"/>
            <ac:spMk id="26" creationId="{FF6FF98B-5E75-DEBA-EF77-92F81A39FFB7}"/>
          </ac:spMkLst>
        </pc:spChg>
        <pc:spChg chg="del mod">
          <ac:chgData name="Balaji Kumar" userId="4172fc1a-76e1-41b0-804d-639b31ee2f6b" providerId="ADAL" clId="{42BB7123-83F0-4B80-A335-951069422C84}" dt="2026-03-09T06:56:38.627" v="342" actId="478"/>
          <ac:spMkLst>
            <pc:docMk/>
            <pc:sldMk cId="2239041115" sldId="2147483582"/>
            <ac:spMk id="27" creationId="{14F06C35-4836-9128-678F-2158AF396AAE}"/>
          </ac:spMkLst>
        </pc:spChg>
        <pc:spChg chg="add del mod topLvl">
          <ac:chgData name="Balaji Kumar" userId="4172fc1a-76e1-41b0-804d-639b31ee2f6b" providerId="ADAL" clId="{42BB7123-83F0-4B80-A335-951069422C84}" dt="2026-03-09T06:59:52.029" v="470" actId="478"/>
          <ac:spMkLst>
            <pc:docMk/>
            <pc:sldMk cId="2239041115" sldId="2147483582"/>
            <ac:spMk id="28" creationId="{05EF176D-D778-4AF0-BE2F-EEE3FD97957C}"/>
          </ac:spMkLst>
        </pc:spChg>
        <pc:spChg chg="add mod">
          <ac:chgData name="Balaji Kumar" userId="4172fc1a-76e1-41b0-804d-639b31ee2f6b" providerId="ADAL" clId="{42BB7123-83F0-4B80-A335-951069422C84}" dt="2026-03-09T06:57:07.460" v="361"/>
          <ac:spMkLst>
            <pc:docMk/>
            <pc:sldMk cId="2239041115" sldId="2147483582"/>
            <ac:spMk id="29" creationId="{1E9A5358-6C2A-A9B6-2B0D-4B36402CF858}"/>
          </ac:spMkLst>
        </pc:spChg>
        <pc:spChg chg="add del mod">
          <ac:chgData name="Balaji Kumar" userId="4172fc1a-76e1-41b0-804d-639b31ee2f6b" providerId="ADAL" clId="{42BB7123-83F0-4B80-A335-951069422C84}" dt="2026-03-09T06:57:45.103" v="376"/>
          <ac:spMkLst>
            <pc:docMk/>
            <pc:sldMk cId="2239041115" sldId="2147483582"/>
            <ac:spMk id="31" creationId="{34EC61DD-231C-2123-062F-C954763A89EA}"/>
          </ac:spMkLst>
        </pc:spChg>
        <pc:spChg chg="del mod">
          <ac:chgData name="Balaji Kumar" userId="4172fc1a-76e1-41b0-804d-639b31ee2f6b" providerId="ADAL" clId="{42BB7123-83F0-4B80-A335-951069422C84}" dt="2026-03-09T06:58:05.406" v="384"/>
          <ac:spMkLst>
            <pc:docMk/>
            <pc:sldMk cId="2239041115" sldId="2147483582"/>
            <ac:spMk id="32" creationId="{4482B71B-64D4-17F0-ACEF-F75422E4B715}"/>
          </ac:spMkLst>
        </pc:spChg>
        <pc:spChg chg="del mod">
          <ac:chgData name="Balaji Kumar" userId="4172fc1a-76e1-41b0-804d-639b31ee2f6b" providerId="ADAL" clId="{42BB7123-83F0-4B80-A335-951069422C84}" dt="2026-03-09T06:57:50.770" v="379" actId="478"/>
          <ac:spMkLst>
            <pc:docMk/>
            <pc:sldMk cId="2239041115" sldId="2147483582"/>
            <ac:spMk id="33" creationId="{5C88C3EB-BD69-B97E-45B3-3618AB296E96}"/>
          </ac:spMkLst>
        </pc:spChg>
        <pc:spChg chg="del mod">
          <ac:chgData name="Balaji Kumar" userId="4172fc1a-76e1-41b0-804d-639b31ee2f6b" providerId="ADAL" clId="{42BB7123-83F0-4B80-A335-951069422C84}" dt="2026-03-09T06:58:05.406" v="384"/>
          <ac:spMkLst>
            <pc:docMk/>
            <pc:sldMk cId="2239041115" sldId="2147483582"/>
            <ac:spMk id="34" creationId="{D31E7570-1695-71A7-0DD4-564ED2D4624A}"/>
          </ac:spMkLst>
        </pc:spChg>
        <pc:spChg chg="del mod">
          <ac:chgData name="Balaji Kumar" userId="4172fc1a-76e1-41b0-804d-639b31ee2f6b" providerId="ADAL" clId="{42BB7123-83F0-4B80-A335-951069422C84}" dt="2026-03-09T06:58:00.332" v="383" actId="478"/>
          <ac:spMkLst>
            <pc:docMk/>
            <pc:sldMk cId="2239041115" sldId="2147483582"/>
            <ac:spMk id="35" creationId="{295F6C58-F14C-9C51-31AD-16BE54CCCDDC}"/>
          </ac:spMkLst>
        </pc:spChg>
        <pc:spChg chg="del mod">
          <ac:chgData name="Balaji Kumar" userId="4172fc1a-76e1-41b0-804d-639b31ee2f6b" providerId="ADAL" clId="{42BB7123-83F0-4B80-A335-951069422C84}" dt="2026-03-09T06:57:50.770" v="379" actId="478"/>
          <ac:spMkLst>
            <pc:docMk/>
            <pc:sldMk cId="2239041115" sldId="2147483582"/>
            <ac:spMk id="36" creationId="{6BCB7ACE-9429-1C5C-9EC1-8E2798666705}"/>
          </ac:spMkLst>
        </pc:spChg>
        <pc:spChg chg="mod">
          <ac:chgData name="Balaji Kumar" userId="4172fc1a-76e1-41b0-804d-639b31ee2f6b" providerId="ADAL" clId="{42BB7123-83F0-4B80-A335-951069422C84}" dt="2026-03-09T06:59:46.088" v="465" actId="207"/>
          <ac:spMkLst>
            <pc:docMk/>
            <pc:sldMk cId="2239041115" sldId="2147483582"/>
            <ac:spMk id="37" creationId="{E54D9873-9D97-B39D-EF8C-7C9BB973B4E2}"/>
          </ac:spMkLst>
        </pc:spChg>
        <pc:spChg chg="add del mod ord topLvl">
          <ac:chgData name="Balaji Kumar" userId="4172fc1a-76e1-41b0-804d-639b31ee2f6b" providerId="ADAL" clId="{42BB7123-83F0-4B80-A335-951069422C84}" dt="2026-03-09T06:59:47.411" v="466" actId="478"/>
          <ac:spMkLst>
            <pc:docMk/>
            <pc:sldMk cId="2239041115" sldId="2147483582"/>
            <ac:spMk id="38" creationId="{CC3CF0DF-10D5-3EAB-2BC6-8B89429D9E16}"/>
          </ac:spMkLst>
        </pc:spChg>
        <pc:spChg chg="add del mod">
          <ac:chgData name="Balaji Kumar" userId="4172fc1a-76e1-41b0-804d-639b31ee2f6b" providerId="ADAL" clId="{42BB7123-83F0-4B80-A335-951069422C84}" dt="2026-03-09T06:59:32.915" v="448" actId="478"/>
          <ac:spMkLst>
            <pc:docMk/>
            <pc:sldMk cId="2239041115" sldId="2147483582"/>
            <ac:spMk id="40" creationId="{3272C8C7-761C-6315-7615-4B8A45572591}"/>
          </ac:spMkLst>
        </pc:spChg>
        <pc:spChg chg="mod">
          <ac:chgData name="Balaji Kumar" userId="4172fc1a-76e1-41b0-804d-639b31ee2f6b" providerId="ADAL" clId="{42BB7123-83F0-4B80-A335-951069422C84}" dt="2026-03-09T06:59:31.926" v="447"/>
          <ac:spMkLst>
            <pc:docMk/>
            <pc:sldMk cId="2239041115" sldId="2147483582"/>
            <ac:spMk id="44" creationId="{642F780F-E5C8-66F7-3AD8-77E43021A3B0}"/>
          </ac:spMkLst>
        </pc:spChg>
        <pc:spChg chg="mod">
          <ac:chgData name="Balaji Kumar" userId="4172fc1a-76e1-41b0-804d-639b31ee2f6b" providerId="ADAL" clId="{42BB7123-83F0-4B80-A335-951069422C84}" dt="2026-03-09T06:59:31.926" v="447"/>
          <ac:spMkLst>
            <pc:docMk/>
            <pc:sldMk cId="2239041115" sldId="2147483582"/>
            <ac:spMk id="45" creationId="{A9896D66-1ACA-B3DC-44E1-87F634696A0C}"/>
          </ac:spMkLst>
        </pc:spChg>
        <pc:spChg chg="mod">
          <ac:chgData name="Balaji Kumar" userId="4172fc1a-76e1-41b0-804d-639b31ee2f6b" providerId="ADAL" clId="{42BB7123-83F0-4B80-A335-951069422C84}" dt="2026-03-09T06:59:31.926" v="447"/>
          <ac:spMkLst>
            <pc:docMk/>
            <pc:sldMk cId="2239041115" sldId="2147483582"/>
            <ac:spMk id="46" creationId="{0648832A-638E-EEB0-C0AC-FE5708CB796A}"/>
          </ac:spMkLst>
        </pc:spChg>
        <pc:spChg chg="add mod">
          <ac:chgData name="Balaji Kumar" userId="4172fc1a-76e1-41b0-804d-639b31ee2f6b" providerId="ADAL" clId="{42BB7123-83F0-4B80-A335-951069422C84}" dt="2026-03-09T07:00:02.106" v="474" actId="554"/>
          <ac:spMkLst>
            <pc:docMk/>
            <pc:sldMk cId="2239041115" sldId="2147483582"/>
            <ac:spMk id="47" creationId="{881A2851-4582-DFC5-C3E6-AE06EF5E2496}"/>
          </ac:spMkLst>
        </pc:spChg>
        <pc:grpChg chg="add del mod">
          <ac:chgData name="Balaji Kumar" userId="4172fc1a-76e1-41b0-804d-639b31ee2f6b" providerId="ADAL" clId="{42BB7123-83F0-4B80-A335-951069422C84}" dt="2026-03-09T06:59:08.004" v="438" actId="165"/>
          <ac:grpSpMkLst>
            <pc:docMk/>
            <pc:sldMk cId="2239041115" sldId="2147483582"/>
            <ac:grpSpMk id="39" creationId="{000BD340-65C8-1EC1-D854-84898654664D}"/>
          </ac:grpSpMkLst>
        </pc:grpChg>
        <pc:picChg chg="add del mod topLvl">
          <ac:chgData name="Balaji Kumar" userId="4172fc1a-76e1-41b0-804d-639b31ee2f6b" providerId="ADAL" clId="{42BB7123-83F0-4B80-A335-951069422C84}" dt="2026-03-09T07:00:02.106" v="474" actId="554"/>
          <ac:picMkLst>
            <pc:docMk/>
            <pc:sldMk cId="2239041115" sldId="2147483582"/>
            <ac:picMk id="30" creationId="{2705B1B9-235F-DBA7-6103-BBCD725C7537}"/>
          </ac:picMkLst>
        </pc:picChg>
        <pc:picChg chg="mod">
          <ac:chgData name="Balaji Kumar" userId="4172fc1a-76e1-41b0-804d-639b31ee2f6b" providerId="ADAL" clId="{42BB7123-83F0-4B80-A335-951069422C84}" dt="2026-03-09T06:59:25.069" v="445"/>
          <ac:picMkLst>
            <pc:docMk/>
            <pc:sldMk cId="2239041115" sldId="2147483582"/>
            <ac:picMk id="41" creationId="{B36B0E51-BDEC-77E8-1B73-153B3C17AD50}"/>
          </ac:picMkLst>
        </pc:picChg>
        <pc:picChg chg="mod">
          <ac:chgData name="Balaji Kumar" userId="4172fc1a-76e1-41b0-804d-639b31ee2f6b" providerId="ADAL" clId="{42BB7123-83F0-4B80-A335-951069422C84}" dt="2026-03-09T06:59:25.069" v="445"/>
          <ac:picMkLst>
            <pc:docMk/>
            <pc:sldMk cId="2239041115" sldId="2147483582"/>
            <ac:picMk id="42" creationId="{3EA85F33-35B2-CBA6-AAFB-7284233C62BB}"/>
          </ac:picMkLst>
        </pc:picChg>
        <pc:picChg chg="mod">
          <ac:chgData name="Balaji Kumar" userId="4172fc1a-76e1-41b0-804d-639b31ee2f6b" providerId="ADAL" clId="{42BB7123-83F0-4B80-A335-951069422C84}" dt="2026-03-09T06:59:25.069" v="445"/>
          <ac:picMkLst>
            <pc:docMk/>
            <pc:sldMk cId="2239041115" sldId="2147483582"/>
            <ac:picMk id="43" creationId="{6B7333C6-9471-B07A-31B1-FB540C34A1D6}"/>
          </ac:picMkLst>
        </pc:picChg>
        <pc:picChg chg="add mod">
          <ac:chgData name="Balaji Kumar" userId="4172fc1a-76e1-41b0-804d-639b31ee2f6b" providerId="ADAL" clId="{42BB7123-83F0-4B80-A335-951069422C84}" dt="2026-03-09T07:16:44.264" v="477" actId="1076"/>
          <ac:picMkLst>
            <pc:docMk/>
            <pc:sldMk cId="2239041115" sldId="2147483582"/>
            <ac:picMk id="49" creationId="{43E78635-F598-A3F3-E9BB-D46928443877}"/>
          </ac:picMkLst>
        </pc:picChg>
      </pc:sldChg>
      <pc:sldChg chg="addSp delSp modSp add mod modClrScheme chgLayout">
        <pc:chgData name="Balaji Kumar" userId="4172fc1a-76e1-41b0-804d-639b31ee2f6b" providerId="ADAL" clId="{42BB7123-83F0-4B80-A335-951069422C84}" dt="2026-03-09T06:57:13.414" v="363" actId="1076"/>
        <pc:sldMkLst>
          <pc:docMk/>
          <pc:sldMk cId="968622827" sldId="2147483583"/>
        </pc:sldMkLst>
        <pc:spChg chg="add mod ord">
          <ac:chgData name="Balaji Kumar" userId="4172fc1a-76e1-41b0-804d-639b31ee2f6b" providerId="ADAL" clId="{42BB7123-83F0-4B80-A335-951069422C84}" dt="2026-03-09T06:49:59.392" v="307" actId="1076"/>
          <ac:spMkLst>
            <pc:docMk/>
            <pc:sldMk cId="968622827" sldId="2147483583"/>
            <ac:spMk id="2" creationId="{2B4A1E12-72E4-0D12-3EC5-1A0C2FBE7980}"/>
          </ac:spMkLst>
        </pc:spChg>
        <pc:spChg chg="del mod">
          <ac:chgData name="Balaji Kumar" userId="4172fc1a-76e1-41b0-804d-639b31ee2f6b" providerId="ADAL" clId="{42BB7123-83F0-4B80-A335-951069422C84}" dt="2026-03-09T06:41:33.279" v="85" actId="478"/>
          <ac:spMkLst>
            <pc:docMk/>
            <pc:sldMk cId="968622827" sldId="2147483583"/>
            <ac:spMk id="4" creationId="{9FA2C076-49A0-3970-26DF-0EC16AC1C9A9}"/>
          </ac:spMkLst>
        </pc:spChg>
        <pc:spChg chg="add del mod">
          <ac:chgData name="Balaji Kumar" userId="4172fc1a-76e1-41b0-804d-639b31ee2f6b" providerId="ADAL" clId="{42BB7123-83F0-4B80-A335-951069422C84}" dt="2026-03-09T06:49:55.796" v="306" actId="478"/>
          <ac:spMkLst>
            <pc:docMk/>
            <pc:sldMk cId="968622827" sldId="2147483583"/>
            <ac:spMk id="6" creationId="{32F1CC4B-C128-8741-B102-43FB139CF5D6}"/>
          </ac:spMkLst>
        </pc:spChg>
        <pc:spChg chg="add del mod">
          <ac:chgData name="Balaji Kumar" userId="4172fc1a-76e1-41b0-804d-639b31ee2f6b" providerId="ADAL" clId="{42BB7123-83F0-4B80-A335-951069422C84}" dt="2026-03-09T06:49:55.796" v="306" actId="478"/>
          <ac:spMkLst>
            <pc:docMk/>
            <pc:sldMk cId="968622827" sldId="2147483583"/>
            <ac:spMk id="7" creationId="{CC0B5406-6018-C14A-6982-C8B27162C888}"/>
          </ac:spMkLst>
        </pc:spChg>
        <pc:spChg chg="add del mod ord">
          <ac:chgData name="Balaji Kumar" userId="4172fc1a-76e1-41b0-804d-639b31ee2f6b" providerId="ADAL" clId="{42BB7123-83F0-4B80-A335-951069422C84}" dt="2026-03-09T06:57:13.414" v="363" actId="1076"/>
          <ac:spMkLst>
            <pc:docMk/>
            <pc:sldMk cId="968622827" sldId="2147483583"/>
            <ac:spMk id="33" creationId="{34BDB557-5620-CD25-0B70-B883CAB35692}"/>
          </ac:spMkLst>
        </pc:spChg>
        <pc:spChg chg="mod ord">
          <ac:chgData name="Balaji Kumar" userId="4172fc1a-76e1-41b0-804d-639b31ee2f6b" providerId="ADAL" clId="{42BB7123-83F0-4B80-A335-951069422C84}" dt="2026-03-09T06:44:22.251" v="247" actId="207"/>
          <ac:spMkLst>
            <pc:docMk/>
            <pc:sldMk cId="968622827" sldId="2147483583"/>
            <ac:spMk id="38" creationId="{09861A01-F6F9-8FA3-C63C-0FFC45BC0DED}"/>
          </ac:spMkLst>
        </pc:spChg>
        <pc:spChg chg="mod ord">
          <ac:chgData name="Balaji Kumar" userId="4172fc1a-76e1-41b0-804d-639b31ee2f6b" providerId="ADAL" clId="{42BB7123-83F0-4B80-A335-951069422C84}" dt="2026-03-09T06:49:59.392" v="307" actId="1076"/>
          <ac:spMkLst>
            <pc:docMk/>
            <pc:sldMk cId="968622827" sldId="2147483583"/>
            <ac:spMk id="44" creationId="{54EA1319-70DA-8BA1-AF6B-FFA1C1C30967}"/>
          </ac:spMkLst>
        </pc:spChg>
        <pc:picChg chg="mod modCrop">
          <ac:chgData name="Balaji Kumar" userId="4172fc1a-76e1-41b0-804d-639b31ee2f6b" providerId="ADAL" clId="{42BB7123-83F0-4B80-A335-951069422C84}" dt="2026-03-09T06:41:14.915" v="77" actId="18131"/>
          <ac:picMkLst>
            <pc:docMk/>
            <pc:sldMk cId="968622827" sldId="2147483583"/>
            <ac:picMk id="3" creationId="{F7BDACE6-625A-36D8-4FA5-10157007D3FE}"/>
          </ac:picMkLst>
        </pc:picChg>
        <pc:picChg chg="add mod">
          <ac:chgData name="Balaji Kumar" userId="4172fc1a-76e1-41b0-804d-639b31ee2f6b" providerId="ADAL" clId="{42BB7123-83F0-4B80-A335-951069422C84}" dt="2026-03-09T06:41:29.956" v="84" actId="14100"/>
          <ac:picMkLst>
            <pc:docMk/>
            <pc:sldMk cId="968622827" sldId="2147483583"/>
            <ac:picMk id="5" creationId="{2CCBB19B-CD80-F9FF-A693-1B6D4BDD4C30}"/>
          </ac:picMkLst>
        </pc:picChg>
        <pc:picChg chg="add mod ord">
          <ac:chgData name="Balaji Kumar" userId="4172fc1a-76e1-41b0-804d-639b31ee2f6b" providerId="ADAL" clId="{42BB7123-83F0-4B80-A335-951069422C84}" dt="2026-03-09T06:43:34.384" v="136" actId="166"/>
          <ac:picMkLst>
            <pc:docMk/>
            <pc:sldMk cId="968622827" sldId="2147483583"/>
            <ac:picMk id="8" creationId="{211BFBBF-753F-411A-7897-C0C08A6475FC}"/>
          </ac:picMkLst>
        </pc:picChg>
        <pc:picChg chg="add del mod ord">
          <ac:chgData name="Balaji Kumar" userId="4172fc1a-76e1-41b0-804d-639b31ee2f6b" providerId="ADAL" clId="{42BB7123-83F0-4B80-A335-951069422C84}" dt="2026-03-09T06:43:32.121" v="135" actId="478"/>
          <ac:picMkLst>
            <pc:docMk/>
            <pc:sldMk cId="968622827" sldId="2147483583"/>
            <ac:picMk id="43" creationId="{8410945E-F33A-849E-D4F7-A33510EE5536}"/>
          </ac:picMkLst>
        </pc:picChg>
        <pc:picChg chg="del">
          <ac:chgData name="Balaji Kumar" userId="4172fc1a-76e1-41b0-804d-639b31ee2f6b" providerId="ADAL" clId="{42BB7123-83F0-4B80-A335-951069422C84}" dt="2026-03-09T06:41:33.279" v="85" actId="478"/>
          <ac:picMkLst>
            <pc:docMk/>
            <pc:sldMk cId="968622827" sldId="2147483583"/>
            <ac:picMk id="45" creationId="{C0D10BF6-E913-7316-E291-90042F664D2C}"/>
          </ac:picMkLst>
        </pc:picChg>
        <pc:picChg chg="del">
          <ac:chgData name="Balaji Kumar" userId="4172fc1a-76e1-41b0-804d-639b31ee2f6b" providerId="ADAL" clId="{42BB7123-83F0-4B80-A335-951069422C84}" dt="2026-03-09T06:41:33.279" v="85" actId="478"/>
          <ac:picMkLst>
            <pc:docMk/>
            <pc:sldMk cId="968622827" sldId="2147483583"/>
            <ac:picMk id="47" creationId="{A7E9B774-3A35-A0F9-7AF5-6953E72F0F7F}"/>
          </ac:picMkLst>
        </pc:picChg>
      </pc:sldChg>
      <pc:sldChg chg="addSp delSp modSp new del mod modClrScheme chgLayout">
        <pc:chgData name="Balaji Kumar" userId="4172fc1a-76e1-41b0-804d-639b31ee2f6b" providerId="ADAL" clId="{42BB7123-83F0-4B80-A335-951069422C84}" dt="2026-03-09T07:06:35.662" v="476" actId="47"/>
        <pc:sldMkLst>
          <pc:docMk/>
          <pc:sldMk cId="1930399721" sldId="2147483584"/>
        </pc:sldMkLst>
        <pc:spChg chg="add del mod ord">
          <ac:chgData name="Balaji Kumar" userId="4172fc1a-76e1-41b0-804d-639b31ee2f6b" providerId="ADAL" clId="{42BB7123-83F0-4B80-A335-951069422C84}" dt="2026-03-09T06:50:20.043" v="314" actId="700"/>
          <ac:spMkLst>
            <pc:docMk/>
            <pc:sldMk cId="1930399721" sldId="2147483584"/>
            <ac:spMk id="2" creationId="{87F90460-897F-1924-F6B5-6D20ED28D2FA}"/>
          </ac:spMkLst>
        </pc:spChg>
        <pc:spChg chg="add del">
          <ac:chgData name="Balaji Kumar" userId="4172fc1a-76e1-41b0-804d-639b31ee2f6b" providerId="ADAL" clId="{42BB7123-83F0-4B80-A335-951069422C84}" dt="2026-03-09T06:50:20.043" v="314" actId="700"/>
          <ac:spMkLst>
            <pc:docMk/>
            <pc:sldMk cId="1930399721" sldId="2147483584"/>
            <ac:spMk id="3" creationId="{B55D4ABE-92BD-9C18-3AEE-562B6D1F7B4E}"/>
          </ac:spMkLst>
        </pc:spChg>
        <pc:spChg chg="add del mod ord">
          <ac:chgData name="Balaji Kumar" userId="4172fc1a-76e1-41b0-804d-639b31ee2f6b" providerId="ADAL" clId="{42BB7123-83F0-4B80-A335-951069422C84}" dt="2026-03-09T06:50:20.043" v="314" actId="700"/>
          <ac:spMkLst>
            <pc:docMk/>
            <pc:sldMk cId="1930399721" sldId="2147483584"/>
            <ac:spMk id="4" creationId="{DF6C374B-CBBD-AC21-55CF-9CDC762E6233}"/>
          </ac:spMkLst>
        </pc:spChg>
      </pc:sldChg>
      <pc:sldChg chg="addSp delSp modSp new mod modAnim">
        <pc:chgData name="Balaji Kumar" userId="4172fc1a-76e1-41b0-804d-639b31ee2f6b" providerId="ADAL" clId="{42BB7123-83F0-4B80-A335-951069422C84}" dt="2026-03-09T10:12:23.994" v="1901"/>
        <pc:sldMkLst>
          <pc:docMk/>
          <pc:sldMk cId="2633189480" sldId="2147483584"/>
        </pc:sldMkLst>
        <pc:spChg chg="del">
          <ac:chgData name="Balaji Kumar" userId="4172fc1a-76e1-41b0-804d-639b31ee2f6b" providerId="ADAL" clId="{42BB7123-83F0-4B80-A335-951069422C84}" dt="2026-03-09T07:21:13.534" v="480" actId="478"/>
          <ac:spMkLst>
            <pc:docMk/>
            <pc:sldMk cId="2633189480" sldId="2147483584"/>
            <ac:spMk id="2" creationId="{77309124-B174-384D-7D3F-E8CDD2C67FB8}"/>
          </ac:spMkLst>
        </pc:spChg>
        <pc:spChg chg="del">
          <ac:chgData name="Balaji Kumar" userId="4172fc1a-76e1-41b0-804d-639b31ee2f6b" providerId="ADAL" clId="{42BB7123-83F0-4B80-A335-951069422C84}" dt="2026-03-09T07:21:13.534" v="480" actId="478"/>
          <ac:spMkLst>
            <pc:docMk/>
            <pc:sldMk cId="2633189480" sldId="2147483584"/>
            <ac:spMk id="3" creationId="{FF0405B9-EDD4-8193-8E03-CCA1F775BC9A}"/>
          </ac:spMkLst>
        </pc:spChg>
        <pc:spChg chg="add mod ord">
          <ac:chgData name="Balaji Kumar" userId="4172fc1a-76e1-41b0-804d-639b31ee2f6b" providerId="ADAL" clId="{42BB7123-83F0-4B80-A335-951069422C84}" dt="2026-03-09T09:00:11.215" v="803" actId="571"/>
          <ac:spMkLst>
            <pc:docMk/>
            <pc:sldMk cId="2633189480" sldId="2147483584"/>
            <ac:spMk id="5" creationId="{74A588B4-02C5-09B5-D899-D7D2A2A63C9C}"/>
          </ac:spMkLst>
        </pc:spChg>
        <pc:spChg chg="add mod topLvl">
          <ac:chgData name="Balaji Kumar" userId="4172fc1a-76e1-41b0-804d-639b31ee2f6b" providerId="ADAL" clId="{42BB7123-83F0-4B80-A335-951069422C84}" dt="2026-03-09T09:49:33.677" v="1064" actId="164"/>
          <ac:spMkLst>
            <pc:docMk/>
            <pc:sldMk cId="2633189480" sldId="2147483584"/>
            <ac:spMk id="6" creationId="{BBE1A53A-C764-2BC4-7B5E-A3D260B41AD0}"/>
          </ac:spMkLst>
        </pc:spChg>
        <pc:spChg chg="add del mod topLvl">
          <ac:chgData name="Balaji Kumar" userId="4172fc1a-76e1-41b0-804d-639b31ee2f6b" providerId="ADAL" clId="{42BB7123-83F0-4B80-A335-951069422C84}" dt="2026-03-09T08:54:44.643" v="695" actId="478"/>
          <ac:spMkLst>
            <pc:docMk/>
            <pc:sldMk cId="2633189480" sldId="2147483584"/>
            <ac:spMk id="7" creationId="{076BBC4F-023E-3D77-BAF5-D249B9EF1E8D}"/>
          </ac:spMkLst>
        </pc:spChg>
        <pc:spChg chg="add del mod topLvl">
          <ac:chgData name="Balaji Kumar" userId="4172fc1a-76e1-41b0-804d-639b31ee2f6b" providerId="ADAL" clId="{42BB7123-83F0-4B80-A335-951069422C84}" dt="2026-03-09T08:54:44.643" v="695" actId="478"/>
          <ac:spMkLst>
            <pc:docMk/>
            <pc:sldMk cId="2633189480" sldId="2147483584"/>
            <ac:spMk id="8" creationId="{60364A57-A8EF-DDC8-B61D-A88B72CE1EB4}"/>
          </ac:spMkLst>
        </pc:spChg>
        <pc:spChg chg="add del mod topLvl">
          <ac:chgData name="Balaji Kumar" userId="4172fc1a-76e1-41b0-804d-639b31ee2f6b" providerId="ADAL" clId="{42BB7123-83F0-4B80-A335-951069422C84}" dt="2026-03-09T08:54:44.643" v="695" actId="478"/>
          <ac:spMkLst>
            <pc:docMk/>
            <pc:sldMk cId="2633189480" sldId="2147483584"/>
            <ac:spMk id="9" creationId="{E324D94B-FD51-52A1-1994-9D7192407E73}"/>
          </ac:spMkLst>
        </pc:spChg>
        <pc:spChg chg="add del mod topLvl">
          <ac:chgData name="Balaji Kumar" userId="4172fc1a-76e1-41b0-804d-639b31ee2f6b" providerId="ADAL" clId="{42BB7123-83F0-4B80-A335-951069422C84}" dt="2026-03-09T08:54:44.643" v="695" actId="478"/>
          <ac:spMkLst>
            <pc:docMk/>
            <pc:sldMk cId="2633189480" sldId="2147483584"/>
            <ac:spMk id="10" creationId="{B77F4AFE-0584-404F-CCC8-AA837D63C006}"/>
          </ac:spMkLst>
        </pc:spChg>
        <pc:spChg chg="add del mod topLvl">
          <ac:chgData name="Balaji Kumar" userId="4172fc1a-76e1-41b0-804d-639b31ee2f6b" providerId="ADAL" clId="{42BB7123-83F0-4B80-A335-951069422C84}" dt="2026-03-09T08:54:44.643" v="695" actId="478"/>
          <ac:spMkLst>
            <pc:docMk/>
            <pc:sldMk cId="2633189480" sldId="2147483584"/>
            <ac:spMk id="11" creationId="{D1EC8E0E-7621-13B7-DE47-66871DFD9344}"/>
          </ac:spMkLst>
        </pc:spChg>
        <pc:spChg chg="add del mod topLvl">
          <ac:chgData name="Balaji Kumar" userId="4172fc1a-76e1-41b0-804d-639b31ee2f6b" providerId="ADAL" clId="{42BB7123-83F0-4B80-A335-951069422C84}" dt="2026-03-09T08:54:44.643" v="695" actId="478"/>
          <ac:spMkLst>
            <pc:docMk/>
            <pc:sldMk cId="2633189480" sldId="2147483584"/>
            <ac:spMk id="12" creationId="{3B348AC4-50ED-F760-36AD-4F91CE5CFABA}"/>
          </ac:spMkLst>
        </pc:spChg>
        <pc:spChg chg="add del mod">
          <ac:chgData name="Balaji Kumar" userId="4172fc1a-76e1-41b0-804d-639b31ee2f6b" providerId="ADAL" clId="{42BB7123-83F0-4B80-A335-951069422C84}" dt="2026-03-09T08:51:48.536" v="595"/>
          <ac:spMkLst>
            <pc:docMk/>
            <pc:sldMk cId="2633189480" sldId="2147483584"/>
            <ac:spMk id="14" creationId="{0623E7CB-AF84-CA1A-1E51-3CE897A4A0EB}"/>
          </ac:spMkLst>
        </pc:spChg>
        <pc:spChg chg="del mod topLvl">
          <ac:chgData name="Balaji Kumar" userId="4172fc1a-76e1-41b0-804d-639b31ee2f6b" providerId="ADAL" clId="{42BB7123-83F0-4B80-A335-951069422C84}" dt="2026-03-09T09:26:27.590" v="855" actId="478"/>
          <ac:spMkLst>
            <pc:docMk/>
            <pc:sldMk cId="2633189480" sldId="2147483584"/>
            <ac:spMk id="17" creationId="{1DA774E0-A080-CA24-3ED8-6EFCE4C3336F}"/>
          </ac:spMkLst>
        </pc:spChg>
        <pc:spChg chg="add del mod">
          <ac:chgData name="Balaji Kumar" userId="4172fc1a-76e1-41b0-804d-639b31ee2f6b" providerId="ADAL" clId="{42BB7123-83F0-4B80-A335-951069422C84}" dt="2026-03-09T08:51:48.536" v="595"/>
          <ac:spMkLst>
            <pc:docMk/>
            <pc:sldMk cId="2633189480" sldId="2147483584"/>
            <ac:spMk id="18" creationId="{5684B532-358E-BF89-E28D-D30D8D6695AE}"/>
          </ac:spMkLst>
        </pc:spChg>
        <pc:spChg chg="add del mod ord">
          <ac:chgData name="Balaji Kumar" userId="4172fc1a-76e1-41b0-804d-639b31ee2f6b" providerId="ADAL" clId="{42BB7123-83F0-4B80-A335-951069422C84}" dt="2026-03-09T09:00:13.128" v="804" actId="555"/>
          <ac:spMkLst>
            <pc:docMk/>
            <pc:sldMk cId="2633189480" sldId="2147483584"/>
            <ac:spMk id="19" creationId="{5CC2432E-B95F-3267-73EF-76192B8FCE6D}"/>
          </ac:spMkLst>
        </pc:spChg>
        <pc:spChg chg="mod topLvl">
          <ac:chgData name="Balaji Kumar" userId="4172fc1a-76e1-41b0-804d-639b31ee2f6b" providerId="ADAL" clId="{42BB7123-83F0-4B80-A335-951069422C84}" dt="2026-03-09T09:49:34.668" v="1065" actId="164"/>
          <ac:spMkLst>
            <pc:docMk/>
            <pc:sldMk cId="2633189480" sldId="2147483584"/>
            <ac:spMk id="25" creationId="{EA14FA07-A140-3870-0E19-09E04086F16B}"/>
          </ac:spMkLst>
        </pc:spChg>
        <pc:spChg chg="del mod topLvl">
          <ac:chgData name="Balaji Kumar" userId="4172fc1a-76e1-41b0-804d-639b31ee2f6b" providerId="ADAL" clId="{42BB7123-83F0-4B80-A335-951069422C84}" dt="2026-03-09T09:31:56.588" v="868" actId="478"/>
          <ac:spMkLst>
            <pc:docMk/>
            <pc:sldMk cId="2633189480" sldId="2147483584"/>
            <ac:spMk id="26" creationId="{AA031159-75C7-3C6B-AF55-1BAC60B87055}"/>
          </ac:spMkLst>
        </pc:spChg>
        <pc:spChg chg="mod topLvl">
          <ac:chgData name="Balaji Kumar" userId="4172fc1a-76e1-41b0-804d-639b31ee2f6b" providerId="ADAL" clId="{42BB7123-83F0-4B80-A335-951069422C84}" dt="2026-03-09T09:49:35.739" v="1066" actId="164"/>
          <ac:spMkLst>
            <pc:docMk/>
            <pc:sldMk cId="2633189480" sldId="2147483584"/>
            <ac:spMk id="28" creationId="{1B75115B-DD1E-15B1-32E4-6D87F887060F}"/>
          </ac:spMkLst>
        </pc:spChg>
        <pc:spChg chg="del mod topLvl">
          <ac:chgData name="Balaji Kumar" userId="4172fc1a-76e1-41b0-804d-639b31ee2f6b" providerId="ADAL" clId="{42BB7123-83F0-4B80-A335-951069422C84}" dt="2026-03-09T09:33:50.302" v="875" actId="478"/>
          <ac:spMkLst>
            <pc:docMk/>
            <pc:sldMk cId="2633189480" sldId="2147483584"/>
            <ac:spMk id="29" creationId="{E21DF771-DEDF-DC58-4B19-22FC66BDBC6C}"/>
          </ac:spMkLst>
        </pc:spChg>
        <pc:spChg chg="mod topLvl">
          <ac:chgData name="Balaji Kumar" userId="4172fc1a-76e1-41b0-804d-639b31ee2f6b" providerId="ADAL" clId="{42BB7123-83F0-4B80-A335-951069422C84}" dt="2026-03-09T09:49:36.816" v="1067" actId="164"/>
          <ac:spMkLst>
            <pc:docMk/>
            <pc:sldMk cId="2633189480" sldId="2147483584"/>
            <ac:spMk id="31" creationId="{7A04C84A-20DB-C052-4194-A481793EA188}"/>
          </ac:spMkLst>
        </pc:spChg>
        <pc:spChg chg="del mod topLvl">
          <ac:chgData name="Balaji Kumar" userId="4172fc1a-76e1-41b0-804d-639b31ee2f6b" providerId="ADAL" clId="{42BB7123-83F0-4B80-A335-951069422C84}" dt="2026-03-09T09:40:33.653" v="886" actId="478"/>
          <ac:spMkLst>
            <pc:docMk/>
            <pc:sldMk cId="2633189480" sldId="2147483584"/>
            <ac:spMk id="32" creationId="{F35C8BA2-A15B-CDC5-352E-1FB2103EE058}"/>
          </ac:spMkLst>
        </pc:spChg>
        <pc:spChg chg="mod topLvl">
          <ac:chgData name="Balaji Kumar" userId="4172fc1a-76e1-41b0-804d-639b31ee2f6b" providerId="ADAL" clId="{42BB7123-83F0-4B80-A335-951069422C84}" dt="2026-03-09T09:49:37.710" v="1068" actId="164"/>
          <ac:spMkLst>
            <pc:docMk/>
            <pc:sldMk cId="2633189480" sldId="2147483584"/>
            <ac:spMk id="34" creationId="{CAC6352B-2A2A-F9EF-A075-7D672689BA7A}"/>
          </ac:spMkLst>
        </pc:spChg>
        <pc:spChg chg="del mod topLvl">
          <ac:chgData name="Balaji Kumar" userId="4172fc1a-76e1-41b0-804d-639b31ee2f6b" providerId="ADAL" clId="{42BB7123-83F0-4B80-A335-951069422C84}" dt="2026-03-09T09:41:38.162" v="898" actId="478"/>
          <ac:spMkLst>
            <pc:docMk/>
            <pc:sldMk cId="2633189480" sldId="2147483584"/>
            <ac:spMk id="35" creationId="{E01FFC09-29A5-2CF2-C458-F43184DBB114}"/>
          </ac:spMkLst>
        </pc:spChg>
        <pc:spChg chg="mod topLvl">
          <ac:chgData name="Balaji Kumar" userId="4172fc1a-76e1-41b0-804d-639b31ee2f6b" providerId="ADAL" clId="{42BB7123-83F0-4B80-A335-951069422C84}" dt="2026-03-09T09:49:38.629" v="1069" actId="164"/>
          <ac:spMkLst>
            <pc:docMk/>
            <pc:sldMk cId="2633189480" sldId="2147483584"/>
            <ac:spMk id="37" creationId="{10D46460-F024-EC4C-EBB8-B0243D96FF19}"/>
          </ac:spMkLst>
        </pc:spChg>
        <pc:spChg chg="del mod topLvl">
          <ac:chgData name="Balaji Kumar" userId="4172fc1a-76e1-41b0-804d-639b31ee2f6b" providerId="ADAL" clId="{42BB7123-83F0-4B80-A335-951069422C84}" dt="2026-03-09T09:44:22.674" v="915" actId="478"/>
          <ac:spMkLst>
            <pc:docMk/>
            <pc:sldMk cId="2633189480" sldId="2147483584"/>
            <ac:spMk id="38" creationId="{565977A8-FA45-A75D-42F6-60B64237104E}"/>
          </ac:spMkLst>
        </pc:spChg>
        <pc:spChg chg="mod topLvl">
          <ac:chgData name="Balaji Kumar" userId="4172fc1a-76e1-41b0-804d-639b31ee2f6b" providerId="ADAL" clId="{42BB7123-83F0-4B80-A335-951069422C84}" dt="2026-03-09T09:49:39.568" v="1070" actId="164"/>
          <ac:spMkLst>
            <pc:docMk/>
            <pc:sldMk cId="2633189480" sldId="2147483584"/>
            <ac:spMk id="40" creationId="{FB3E454F-9577-3A41-57FA-C12FAFD60CB3}"/>
          </ac:spMkLst>
        </pc:spChg>
        <pc:spChg chg="del mod topLvl">
          <ac:chgData name="Balaji Kumar" userId="4172fc1a-76e1-41b0-804d-639b31ee2f6b" providerId="ADAL" clId="{42BB7123-83F0-4B80-A335-951069422C84}" dt="2026-03-09T09:44:56.564" v="921" actId="478"/>
          <ac:spMkLst>
            <pc:docMk/>
            <pc:sldMk cId="2633189480" sldId="2147483584"/>
            <ac:spMk id="41" creationId="{AB7A3359-9F6A-1FEF-EEA3-D16602063EF0}"/>
          </ac:spMkLst>
        </pc:spChg>
        <pc:spChg chg="add mod">
          <ac:chgData name="Balaji Kumar" userId="4172fc1a-76e1-41b0-804d-639b31ee2f6b" providerId="ADAL" clId="{42BB7123-83F0-4B80-A335-951069422C84}" dt="2026-03-09T09:00:11.215" v="803" actId="571"/>
          <ac:spMkLst>
            <pc:docMk/>
            <pc:sldMk cId="2633189480" sldId="2147483584"/>
            <ac:spMk id="42" creationId="{1B6E4AC6-C018-D9BF-8E07-19A3A30F5BE2}"/>
          </ac:spMkLst>
        </pc:spChg>
        <pc:spChg chg="add del mod">
          <ac:chgData name="Balaji Kumar" userId="4172fc1a-76e1-41b0-804d-639b31ee2f6b" providerId="ADAL" clId="{42BB7123-83F0-4B80-A335-951069422C84}" dt="2026-03-09T09:00:24.947" v="808" actId="478"/>
          <ac:spMkLst>
            <pc:docMk/>
            <pc:sldMk cId="2633189480" sldId="2147483584"/>
            <ac:spMk id="52" creationId="{D846759F-3425-4F04-0172-B4906524B842}"/>
          </ac:spMkLst>
        </pc:spChg>
        <pc:spChg chg="mod topLvl">
          <ac:chgData name="Balaji Kumar" userId="4172fc1a-76e1-41b0-804d-639b31ee2f6b" providerId="ADAL" clId="{42BB7123-83F0-4B80-A335-951069422C84}" dt="2026-03-09T09:31:25.813" v="858" actId="207"/>
          <ac:spMkLst>
            <pc:docMk/>
            <pc:sldMk cId="2633189480" sldId="2147483584"/>
            <ac:spMk id="57" creationId="{66039170-2047-0DC8-86BC-CBB9476258DB}"/>
          </ac:spMkLst>
        </pc:spChg>
        <pc:spChg chg="mod topLvl">
          <ac:chgData name="Balaji Kumar" userId="4172fc1a-76e1-41b0-804d-639b31ee2f6b" providerId="ADAL" clId="{42BB7123-83F0-4B80-A335-951069422C84}" dt="2026-03-09T09:31:25.813" v="858" actId="207"/>
          <ac:spMkLst>
            <pc:docMk/>
            <pc:sldMk cId="2633189480" sldId="2147483584"/>
            <ac:spMk id="58" creationId="{4E72D5DF-0A38-9F22-F899-B8D9FBC9CF3F}"/>
          </ac:spMkLst>
        </pc:spChg>
        <pc:spChg chg="mod topLvl">
          <ac:chgData name="Balaji Kumar" userId="4172fc1a-76e1-41b0-804d-639b31ee2f6b" providerId="ADAL" clId="{42BB7123-83F0-4B80-A335-951069422C84}" dt="2026-03-09T09:31:25.813" v="858" actId="207"/>
          <ac:spMkLst>
            <pc:docMk/>
            <pc:sldMk cId="2633189480" sldId="2147483584"/>
            <ac:spMk id="59" creationId="{1B76C08A-3D1B-D4D2-633B-878D551BD6AE}"/>
          </ac:spMkLst>
        </pc:spChg>
        <pc:spChg chg="mod">
          <ac:chgData name="Balaji Kumar" userId="4172fc1a-76e1-41b0-804d-639b31ee2f6b" providerId="ADAL" clId="{42BB7123-83F0-4B80-A335-951069422C84}" dt="2026-03-09T09:31:43.176" v="863" actId="164"/>
          <ac:spMkLst>
            <pc:docMk/>
            <pc:sldMk cId="2633189480" sldId="2147483584"/>
            <ac:spMk id="64" creationId="{7C5511E1-5D94-A4DA-F445-415226AEEAC9}"/>
          </ac:spMkLst>
        </pc:spChg>
        <pc:spChg chg="mod">
          <ac:chgData name="Balaji Kumar" userId="4172fc1a-76e1-41b0-804d-639b31ee2f6b" providerId="ADAL" clId="{42BB7123-83F0-4B80-A335-951069422C84}" dt="2026-03-09T09:31:43.176" v="863" actId="164"/>
          <ac:spMkLst>
            <pc:docMk/>
            <pc:sldMk cId="2633189480" sldId="2147483584"/>
            <ac:spMk id="65" creationId="{B5C05065-80BC-DBFA-CD3A-01F0671C123B}"/>
          </ac:spMkLst>
        </pc:spChg>
        <pc:spChg chg="del mod">
          <ac:chgData name="Balaji Kumar" userId="4172fc1a-76e1-41b0-804d-639b31ee2f6b" providerId="ADAL" clId="{42BB7123-83F0-4B80-A335-951069422C84}" dt="2026-03-09T09:31:39.854" v="862" actId="478"/>
          <ac:spMkLst>
            <pc:docMk/>
            <pc:sldMk cId="2633189480" sldId="2147483584"/>
            <ac:spMk id="66" creationId="{4B47153D-CC8E-87C5-72B0-858131533D9B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1" creationId="{9FFCD635-1F02-F61B-EC66-F4DC70921DF4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2" creationId="{97DDFB42-1017-CCFC-A6D4-A7CDBAF34C6B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3" creationId="{715508A9-B002-4D10-C8C3-0221481EDC83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4" creationId="{D6FED390-4156-39F2-E231-FC2A3F3221D5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5" creationId="{7CD2D4EC-A3D0-0EA2-3A75-1FFACBCE6831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6" creationId="{0E8504BE-E296-BDF9-5E4D-6FA9331B8434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7" creationId="{89140252-7CFF-4D04-6DCA-B4EB8FEDFF41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8" creationId="{4E0B88D5-8F40-D437-A217-26D7F7FDFADA}"/>
          </ac:spMkLst>
        </pc:spChg>
        <pc:spChg chg="mod">
          <ac:chgData name="Balaji Kumar" userId="4172fc1a-76e1-41b0-804d-639b31ee2f6b" providerId="ADAL" clId="{42BB7123-83F0-4B80-A335-951069422C84}" dt="2026-03-09T09:34:07.253" v="881" actId="1582"/>
          <ac:spMkLst>
            <pc:docMk/>
            <pc:sldMk cId="2633189480" sldId="2147483584"/>
            <ac:spMk id="79" creationId="{F19D3B1F-547B-1DC8-CB37-8FA3E1B6F4BB}"/>
          </ac:spMkLst>
        </pc:spChg>
        <pc:spChg chg="add mod">
          <ac:chgData name="Balaji Kumar" userId="4172fc1a-76e1-41b0-804d-639b31ee2f6b" providerId="ADAL" clId="{42BB7123-83F0-4B80-A335-951069422C84}" dt="2026-03-09T10:12:23.994" v="1901"/>
          <ac:spMkLst>
            <pc:docMk/>
            <pc:sldMk cId="2633189480" sldId="2147483584"/>
            <ac:spMk id="95" creationId="{865EF8AD-C6E1-AB35-8C19-22D3919161B9}"/>
          </ac:spMkLst>
        </pc:spChg>
        <pc:grpChg chg="add del mod">
          <ac:chgData name="Balaji Kumar" userId="4172fc1a-76e1-41b0-804d-639b31ee2f6b" providerId="ADAL" clId="{42BB7123-83F0-4B80-A335-951069422C84}" dt="2026-03-09T07:24:07.883" v="561" actId="165"/>
          <ac:grpSpMkLst>
            <pc:docMk/>
            <pc:sldMk cId="2633189480" sldId="2147483584"/>
            <ac:grpSpMk id="13" creationId="{10E9BEAB-930A-72E8-91E3-82A3E327772A}"/>
          </ac:grpSpMkLst>
        </pc:grpChg>
        <pc:grpChg chg="add mod">
          <ac:chgData name="Balaji Kumar" userId="4172fc1a-76e1-41b0-804d-639b31ee2f6b" providerId="ADAL" clId="{42BB7123-83F0-4B80-A335-951069422C84}" dt="2026-03-09T08:53:32.762" v="668" actId="1076"/>
          <ac:grpSpMkLst>
            <pc:docMk/>
            <pc:sldMk cId="2633189480" sldId="2147483584"/>
            <ac:grpSpMk id="23" creationId="{55FF426D-6848-89ED-BFCD-FC1AA446F064}"/>
          </ac:grpSpMkLst>
        </pc:grpChg>
        <pc:grpChg chg="add mod">
          <ac:chgData name="Balaji Kumar" userId="4172fc1a-76e1-41b0-804d-639b31ee2f6b" providerId="ADAL" clId="{42BB7123-83F0-4B80-A335-951069422C84}" dt="2026-03-09T08:53:50.953" v="670"/>
          <ac:grpSpMkLst>
            <pc:docMk/>
            <pc:sldMk cId="2633189480" sldId="2147483584"/>
            <ac:grpSpMk id="24" creationId="{5696CF7D-E9D1-5526-589C-3D42DE7BC32F}"/>
          </ac:grpSpMkLst>
        </pc:grpChg>
        <pc:grpChg chg="add mod">
          <ac:chgData name="Balaji Kumar" userId="4172fc1a-76e1-41b0-804d-639b31ee2f6b" providerId="ADAL" clId="{42BB7123-83F0-4B80-A335-951069422C84}" dt="2026-03-09T08:53:54.078" v="671"/>
          <ac:grpSpMkLst>
            <pc:docMk/>
            <pc:sldMk cId="2633189480" sldId="2147483584"/>
            <ac:grpSpMk id="27" creationId="{F95755B0-8BEA-724A-5959-49371638961B}"/>
          </ac:grpSpMkLst>
        </pc:grpChg>
        <pc:grpChg chg="add mod">
          <ac:chgData name="Balaji Kumar" userId="4172fc1a-76e1-41b0-804d-639b31ee2f6b" providerId="ADAL" clId="{42BB7123-83F0-4B80-A335-951069422C84}" dt="2026-03-09T08:53:56.842" v="672"/>
          <ac:grpSpMkLst>
            <pc:docMk/>
            <pc:sldMk cId="2633189480" sldId="2147483584"/>
            <ac:grpSpMk id="30" creationId="{85441E13-2225-A8D5-421F-0125585AE1F4}"/>
          </ac:grpSpMkLst>
        </pc:grpChg>
        <pc:grpChg chg="add mod">
          <ac:chgData name="Balaji Kumar" userId="4172fc1a-76e1-41b0-804d-639b31ee2f6b" providerId="ADAL" clId="{42BB7123-83F0-4B80-A335-951069422C84}" dt="2026-03-09T08:53:59.031" v="673"/>
          <ac:grpSpMkLst>
            <pc:docMk/>
            <pc:sldMk cId="2633189480" sldId="2147483584"/>
            <ac:grpSpMk id="33" creationId="{6D8D85B2-0F40-AC31-3DBE-95B58AEF13DA}"/>
          </ac:grpSpMkLst>
        </pc:grpChg>
        <pc:grpChg chg="add mod">
          <ac:chgData name="Balaji Kumar" userId="4172fc1a-76e1-41b0-804d-639b31ee2f6b" providerId="ADAL" clId="{42BB7123-83F0-4B80-A335-951069422C84}" dt="2026-03-09T08:54:01.414" v="674"/>
          <ac:grpSpMkLst>
            <pc:docMk/>
            <pc:sldMk cId="2633189480" sldId="2147483584"/>
            <ac:grpSpMk id="36" creationId="{920CCB97-04FC-1575-8C95-E3DB9489666E}"/>
          </ac:grpSpMkLst>
        </pc:grpChg>
        <pc:grpChg chg="add mod">
          <ac:chgData name="Balaji Kumar" userId="4172fc1a-76e1-41b0-804d-639b31ee2f6b" providerId="ADAL" clId="{42BB7123-83F0-4B80-A335-951069422C84}" dt="2026-03-09T08:54:03.898" v="675"/>
          <ac:grpSpMkLst>
            <pc:docMk/>
            <pc:sldMk cId="2633189480" sldId="2147483584"/>
            <ac:grpSpMk id="39" creationId="{4647F16A-ED48-5155-24CD-DD6084E27745}"/>
          </ac:grpSpMkLst>
        </pc:grpChg>
        <pc:grpChg chg="add mod">
          <ac:chgData name="Balaji Kumar" userId="4172fc1a-76e1-41b0-804d-639b31ee2f6b" providerId="ADAL" clId="{42BB7123-83F0-4B80-A335-951069422C84}" dt="2026-03-09T09:00:11.215" v="803" actId="571"/>
          <ac:grpSpMkLst>
            <pc:docMk/>
            <pc:sldMk cId="2633189480" sldId="2147483584"/>
            <ac:grpSpMk id="43" creationId="{FD0B102D-4E40-7628-6037-D4E566047FB5}"/>
          </ac:grpSpMkLst>
        </pc:grpChg>
        <pc:grpChg chg="add mod">
          <ac:chgData name="Balaji Kumar" userId="4172fc1a-76e1-41b0-804d-639b31ee2f6b" providerId="ADAL" clId="{42BB7123-83F0-4B80-A335-951069422C84}" dt="2026-03-09T09:00:11.215" v="803" actId="571"/>
          <ac:grpSpMkLst>
            <pc:docMk/>
            <pc:sldMk cId="2633189480" sldId="2147483584"/>
            <ac:grpSpMk id="44" creationId="{EE6696F0-6121-927D-66D6-010A6CFF4906}"/>
          </ac:grpSpMkLst>
        </pc:grpChg>
        <pc:grpChg chg="add mod">
          <ac:chgData name="Balaji Kumar" userId="4172fc1a-76e1-41b0-804d-639b31ee2f6b" providerId="ADAL" clId="{42BB7123-83F0-4B80-A335-951069422C84}" dt="2026-03-09T08:58:49.061" v="748" actId="408"/>
          <ac:grpSpMkLst>
            <pc:docMk/>
            <pc:sldMk cId="2633189480" sldId="2147483584"/>
            <ac:grpSpMk id="45" creationId="{094AE45F-66A2-44AB-DB70-619AF9E1412C}"/>
          </ac:grpSpMkLst>
        </pc:grpChg>
        <pc:grpChg chg="add mod">
          <ac:chgData name="Balaji Kumar" userId="4172fc1a-76e1-41b0-804d-639b31ee2f6b" providerId="ADAL" clId="{42BB7123-83F0-4B80-A335-951069422C84}" dt="2026-03-09T08:58:49.061" v="748" actId="408"/>
          <ac:grpSpMkLst>
            <pc:docMk/>
            <pc:sldMk cId="2633189480" sldId="2147483584"/>
            <ac:grpSpMk id="46" creationId="{3F7ED5DE-41E0-F720-EB56-3ED1B0C4C976}"/>
          </ac:grpSpMkLst>
        </pc:grpChg>
        <pc:grpChg chg="add mod">
          <ac:chgData name="Balaji Kumar" userId="4172fc1a-76e1-41b0-804d-639b31ee2f6b" providerId="ADAL" clId="{42BB7123-83F0-4B80-A335-951069422C84}" dt="2026-03-09T08:58:46.498" v="747" actId="164"/>
          <ac:grpSpMkLst>
            <pc:docMk/>
            <pc:sldMk cId="2633189480" sldId="2147483584"/>
            <ac:grpSpMk id="47" creationId="{86BB6826-2919-DB75-DF00-9E84B2F22E9C}"/>
          </ac:grpSpMkLst>
        </pc:grpChg>
        <pc:grpChg chg="add del mod">
          <ac:chgData name="Balaji Kumar" userId="4172fc1a-76e1-41b0-804d-639b31ee2f6b" providerId="ADAL" clId="{42BB7123-83F0-4B80-A335-951069422C84}" dt="2026-03-09T09:07:42.346" v="834" actId="165"/>
          <ac:grpSpMkLst>
            <pc:docMk/>
            <pc:sldMk cId="2633189480" sldId="2147483584"/>
            <ac:grpSpMk id="48" creationId="{74CAB3BA-CFB0-D632-96D8-3EBFE991750B}"/>
          </ac:grpSpMkLst>
        </pc:grpChg>
        <pc:grpChg chg="add mod">
          <ac:chgData name="Balaji Kumar" userId="4172fc1a-76e1-41b0-804d-639b31ee2f6b" providerId="ADAL" clId="{42BB7123-83F0-4B80-A335-951069422C84}" dt="2026-03-09T08:59:41.851" v="792" actId="408"/>
          <ac:grpSpMkLst>
            <pc:docMk/>
            <pc:sldMk cId="2633189480" sldId="2147483584"/>
            <ac:grpSpMk id="49" creationId="{D3BE3109-2155-2E32-1C1F-07FF43F7234B}"/>
          </ac:grpSpMkLst>
        </pc:grpChg>
        <pc:grpChg chg="add mod">
          <ac:chgData name="Balaji Kumar" userId="4172fc1a-76e1-41b0-804d-639b31ee2f6b" providerId="ADAL" clId="{42BB7123-83F0-4B80-A335-951069422C84}" dt="2026-03-09T08:59:45.302" v="797" actId="1038"/>
          <ac:grpSpMkLst>
            <pc:docMk/>
            <pc:sldMk cId="2633189480" sldId="2147483584"/>
            <ac:grpSpMk id="50" creationId="{ABC9D32B-DA7D-C80D-F833-BC843F5B9B6B}"/>
          </ac:grpSpMkLst>
        </pc:grpChg>
        <pc:grpChg chg="add mod">
          <ac:chgData name="Balaji Kumar" userId="4172fc1a-76e1-41b0-804d-639b31ee2f6b" providerId="ADAL" clId="{42BB7123-83F0-4B80-A335-951069422C84}" dt="2026-03-09T08:59:39.161" v="791" actId="164"/>
          <ac:grpSpMkLst>
            <pc:docMk/>
            <pc:sldMk cId="2633189480" sldId="2147483584"/>
            <ac:grpSpMk id="51" creationId="{61137770-F365-0380-8BE3-1BB6955F5CB8}"/>
          </ac:grpSpMkLst>
        </pc:grpChg>
        <pc:grpChg chg="add del mod">
          <ac:chgData name="Balaji Kumar" userId="4172fc1a-76e1-41b0-804d-639b31ee2f6b" providerId="ADAL" clId="{42BB7123-83F0-4B80-A335-951069422C84}" dt="2026-03-09T09:07:59.483" v="843" actId="165"/>
          <ac:grpSpMkLst>
            <pc:docMk/>
            <pc:sldMk cId="2633189480" sldId="2147483584"/>
            <ac:grpSpMk id="53" creationId="{DD0455C8-EC63-FFCE-5FE8-746F9E6112AB}"/>
          </ac:grpSpMkLst>
        </pc:grpChg>
        <pc:grpChg chg="del mod">
          <ac:chgData name="Balaji Kumar" userId="4172fc1a-76e1-41b0-804d-639b31ee2f6b" providerId="ADAL" clId="{42BB7123-83F0-4B80-A335-951069422C84}" dt="2026-03-09T09:26:08.811" v="849" actId="165"/>
          <ac:grpSpMkLst>
            <pc:docMk/>
            <pc:sldMk cId="2633189480" sldId="2147483584"/>
            <ac:grpSpMk id="56" creationId="{C281EF11-AB90-7E6A-1FD0-7152D0CF8C5E}"/>
          </ac:grpSpMkLst>
        </pc:grpChg>
        <pc:grpChg chg="add mod">
          <ac:chgData name="Balaji Kumar" userId="4172fc1a-76e1-41b0-804d-639b31ee2f6b" providerId="ADAL" clId="{42BB7123-83F0-4B80-A335-951069422C84}" dt="2026-03-09T09:49:33.677" v="1064" actId="164"/>
          <ac:grpSpMkLst>
            <pc:docMk/>
            <pc:sldMk cId="2633189480" sldId="2147483584"/>
            <ac:grpSpMk id="60" creationId="{B803F616-80DD-939F-E23E-CFB592B6E8F7}"/>
          </ac:grpSpMkLst>
        </pc:grpChg>
        <pc:grpChg chg="del mod">
          <ac:chgData name="Balaji Kumar" userId="4172fc1a-76e1-41b0-804d-639b31ee2f6b" providerId="ADAL" clId="{42BB7123-83F0-4B80-A335-951069422C84}" dt="2026-03-09T09:31:37.122" v="861" actId="27803"/>
          <ac:grpSpMkLst>
            <pc:docMk/>
            <pc:sldMk cId="2633189480" sldId="2147483584"/>
            <ac:grpSpMk id="63" creationId="{D5732DEC-7139-AE0B-7A13-BC0C70B36D19}"/>
          </ac:grpSpMkLst>
        </pc:grpChg>
        <pc:grpChg chg="add mod">
          <ac:chgData name="Balaji Kumar" userId="4172fc1a-76e1-41b0-804d-639b31ee2f6b" providerId="ADAL" clId="{42BB7123-83F0-4B80-A335-951069422C84}" dt="2026-03-09T09:49:34.668" v="1065" actId="164"/>
          <ac:grpSpMkLst>
            <pc:docMk/>
            <pc:sldMk cId="2633189480" sldId="2147483584"/>
            <ac:grpSpMk id="67" creationId="{9727E710-D3FC-057E-96DD-794953FD170A}"/>
          </ac:grpSpMkLst>
        </pc:grpChg>
        <pc:grpChg chg="add mod">
          <ac:chgData name="Balaji Kumar" userId="4172fc1a-76e1-41b0-804d-639b31ee2f6b" providerId="ADAL" clId="{42BB7123-83F0-4B80-A335-951069422C84}" dt="2026-03-09T09:49:35.739" v="1066" actId="164"/>
          <ac:grpSpMkLst>
            <pc:docMk/>
            <pc:sldMk cId="2633189480" sldId="2147483584"/>
            <ac:grpSpMk id="80" creationId="{DDFADFAB-F3C7-7C61-85C7-D822927847B9}"/>
          </ac:grpSpMkLst>
        </pc:grpChg>
        <pc:grpChg chg="add mod">
          <ac:chgData name="Balaji Kumar" userId="4172fc1a-76e1-41b0-804d-639b31ee2f6b" providerId="ADAL" clId="{42BB7123-83F0-4B80-A335-951069422C84}" dt="2026-03-09T09:49:33.677" v="1064" actId="164"/>
          <ac:grpSpMkLst>
            <pc:docMk/>
            <pc:sldMk cId="2633189480" sldId="2147483584"/>
            <ac:grpSpMk id="88" creationId="{6E6E0EEF-E1E0-564C-7F8F-6C0C95443C22}"/>
          </ac:grpSpMkLst>
        </pc:grpChg>
        <pc:grpChg chg="add mod">
          <ac:chgData name="Balaji Kumar" userId="4172fc1a-76e1-41b0-804d-639b31ee2f6b" providerId="ADAL" clId="{42BB7123-83F0-4B80-A335-951069422C84}" dt="2026-03-09T09:49:34.668" v="1065" actId="164"/>
          <ac:grpSpMkLst>
            <pc:docMk/>
            <pc:sldMk cId="2633189480" sldId="2147483584"/>
            <ac:grpSpMk id="89" creationId="{6948979B-92D7-BF0F-502C-083F188C8091}"/>
          </ac:grpSpMkLst>
        </pc:grpChg>
        <pc:grpChg chg="add mod">
          <ac:chgData name="Balaji Kumar" userId="4172fc1a-76e1-41b0-804d-639b31ee2f6b" providerId="ADAL" clId="{42BB7123-83F0-4B80-A335-951069422C84}" dt="2026-03-09T09:49:35.739" v="1066" actId="164"/>
          <ac:grpSpMkLst>
            <pc:docMk/>
            <pc:sldMk cId="2633189480" sldId="2147483584"/>
            <ac:grpSpMk id="90" creationId="{D43D28E4-779C-F4C3-F168-5284819F4763}"/>
          </ac:grpSpMkLst>
        </pc:grpChg>
        <pc:grpChg chg="add mod">
          <ac:chgData name="Balaji Kumar" userId="4172fc1a-76e1-41b0-804d-639b31ee2f6b" providerId="ADAL" clId="{42BB7123-83F0-4B80-A335-951069422C84}" dt="2026-03-09T09:49:36.816" v="1067" actId="164"/>
          <ac:grpSpMkLst>
            <pc:docMk/>
            <pc:sldMk cId="2633189480" sldId="2147483584"/>
            <ac:grpSpMk id="91" creationId="{E786F3B6-A651-0304-E5AD-774932257546}"/>
          </ac:grpSpMkLst>
        </pc:grpChg>
        <pc:grpChg chg="add mod">
          <ac:chgData name="Balaji Kumar" userId="4172fc1a-76e1-41b0-804d-639b31ee2f6b" providerId="ADAL" clId="{42BB7123-83F0-4B80-A335-951069422C84}" dt="2026-03-09T09:49:37.710" v="1068" actId="164"/>
          <ac:grpSpMkLst>
            <pc:docMk/>
            <pc:sldMk cId="2633189480" sldId="2147483584"/>
            <ac:grpSpMk id="92" creationId="{42B797C3-0619-E0D1-A801-23A8921C8F25}"/>
          </ac:grpSpMkLst>
        </pc:grpChg>
        <pc:grpChg chg="add mod">
          <ac:chgData name="Balaji Kumar" userId="4172fc1a-76e1-41b0-804d-639b31ee2f6b" providerId="ADAL" clId="{42BB7123-83F0-4B80-A335-951069422C84}" dt="2026-03-09T09:49:38.629" v="1069" actId="164"/>
          <ac:grpSpMkLst>
            <pc:docMk/>
            <pc:sldMk cId="2633189480" sldId="2147483584"/>
            <ac:grpSpMk id="93" creationId="{056EDE8F-5A62-D784-7C93-EB64C3634CEC}"/>
          </ac:grpSpMkLst>
        </pc:grpChg>
        <pc:grpChg chg="add mod">
          <ac:chgData name="Balaji Kumar" userId="4172fc1a-76e1-41b0-804d-639b31ee2f6b" providerId="ADAL" clId="{42BB7123-83F0-4B80-A335-951069422C84}" dt="2026-03-09T09:49:39.568" v="1070" actId="164"/>
          <ac:grpSpMkLst>
            <pc:docMk/>
            <pc:sldMk cId="2633189480" sldId="2147483584"/>
            <ac:grpSpMk id="94" creationId="{65426BAB-F521-BDB8-FA98-211FD005A79A}"/>
          </ac:grpSpMkLst>
        </pc:grpChg>
        <pc:picChg chg="add del mod">
          <ac:chgData name="Balaji Kumar" userId="4172fc1a-76e1-41b0-804d-639b31ee2f6b" providerId="ADAL" clId="{42BB7123-83F0-4B80-A335-951069422C84}" dt="2026-03-09T08:52:12.160" v="601" actId="478"/>
          <ac:picMkLst>
            <pc:docMk/>
            <pc:sldMk cId="2633189480" sldId="2147483584"/>
            <ac:picMk id="4" creationId="{84628F30-0C79-0344-5489-A09E7087BC0A}"/>
          </ac:picMkLst>
        </pc:picChg>
        <pc:picChg chg="add del mod">
          <ac:chgData name="Balaji Kumar" userId="4172fc1a-76e1-41b0-804d-639b31ee2f6b" providerId="ADAL" clId="{42BB7123-83F0-4B80-A335-951069422C84}" dt="2026-03-09T08:50:55.951" v="575" actId="27803"/>
          <ac:picMkLst>
            <pc:docMk/>
            <pc:sldMk cId="2633189480" sldId="2147483584"/>
            <ac:picMk id="16" creationId="{1DA774E0-A080-CA24-3ED8-6EFCE4C3336F}"/>
          </ac:picMkLst>
        </pc:picChg>
        <pc:picChg chg="mod">
          <ac:chgData name="Balaji Kumar" userId="4172fc1a-76e1-41b0-804d-639b31ee2f6b" providerId="ADAL" clId="{42BB7123-83F0-4B80-A335-951069422C84}" dt="2026-03-09T08:52:10.306" v="600"/>
          <ac:picMkLst>
            <pc:docMk/>
            <pc:sldMk cId="2633189480" sldId="2147483584"/>
            <ac:picMk id="20" creationId="{CDAABB4E-692F-2620-9A46-9C7815F4CDEB}"/>
          </ac:picMkLst>
        </pc:picChg>
        <pc:picChg chg="mod">
          <ac:chgData name="Balaji Kumar" userId="4172fc1a-76e1-41b0-804d-639b31ee2f6b" providerId="ADAL" clId="{42BB7123-83F0-4B80-A335-951069422C84}" dt="2026-03-09T08:52:10.306" v="600"/>
          <ac:picMkLst>
            <pc:docMk/>
            <pc:sldMk cId="2633189480" sldId="2147483584"/>
            <ac:picMk id="21" creationId="{A7C3F86F-E532-F8F2-FA96-4AB4129228CB}"/>
          </ac:picMkLst>
        </pc:picChg>
        <pc:picChg chg="add mod ord">
          <ac:chgData name="Balaji Kumar" userId="4172fc1a-76e1-41b0-804d-639b31ee2f6b" providerId="ADAL" clId="{42BB7123-83F0-4B80-A335-951069422C84}" dt="2026-03-09T09:00:11.215" v="803" actId="571"/>
          <ac:picMkLst>
            <pc:docMk/>
            <pc:sldMk cId="2633189480" sldId="2147483584"/>
            <ac:picMk id="22" creationId="{7783BD5B-2C57-6103-D125-DC3A3CB53E4B}"/>
          </ac:picMkLst>
        </pc:picChg>
        <pc:picChg chg="add del mod">
          <ac:chgData name="Balaji Kumar" userId="4172fc1a-76e1-41b0-804d-639b31ee2f6b" providerId="ADAL" clId="{42BB7123-83F0-4B80-A335-951069422C84}" dt="2026-03-09T09:26:07.588" v="848" actId="27803"/>
          <ac:picMkLst>
            <pc:docMk/>
            <pc:sldMk cId="2633189480" sldId="2147483584"/>
            <ac:picMk id="55" creationId="{DC7D2879-B69F-EAE3-5A02-7DD7DF50A690}"/>
          </ac:picMkLst>
        </pc:picChg>
        <pc:picChg chg="add del mod">
          <ac:chgData name="Balaji Kumar" userId="4172fc1a-76e1-41b0-804d-639b31ee2f6b" providerId="ADAL" clId="{42BB7123-83F0-4B80-A335-951069422C84}" dt="2026-03-09T09:31:37.122" v="861" actId="27803"/>
          <ac:picMkLst>
            <pc:docMk/>
            <pc:sldMk cId="2633189480" sldId="2147483584"/>
            <ac:picMk id="62" creationId="{7D8673F2-B855-BF23-3F5D-6F2B02EB9CC8}"/>
          </ac:picMkLst>
        </pc:picChg>
        <pc:picChg chg="add del mod">
          <ac:chgData name="Balaji Kumar" userId="4172fc1a-76e1-41b0-804d-639b31ee2f6b" providerId="ADAL" clId="{42BB7123-83F0-4B80-A335-951069422C84}" dt="2026-03-09T09:33:47.719" v="873" actId="27803"/>
          <ac:picMkLst>
            <pc:docMk/>
            <pc:sldMk cId="2633189480" sldId="2147483584"/>
            <ac:picMk id="69" creationId="{38BF7226-0975-367F-3DB1-720838273A67}"/>
          </ac:picMkLst>
        </pc:picChg>
        <pc:picChg chg="add mod">
          <ac:chgData name="Balaji Kumar" userId="4172fc1a-76e1-41b0-804d-639b31ee2f6b" providerId="ADAL" clId="{42BB7123-83F0-4B80-A335-951069422C84}" dt="2026-03-09T09:49:36.816" v="1067" actId="164"/>
          <ac:picMkLst>
            <pc:docMk/>
            <pc:sldMk cId="2633189480" sldId="2147483584"/>
            <ac:picMk id="81" creationId="{48870E6A-7F3E-9CDB-DF08-BCF92188989A}"/>
          </ac:picMkLst>
        </pc:picChg>
        <pc:picChg chg="add mod">
          <ac:chgData name="Balaji Kumar" userId="4172fc1a-76e1-41b0-804d-639b31ee2f6b" providerId="ADAL" clId="{42BB7123-83F0-4B80-A335-951069422C84}" dt="2026-03-09T09:49:37.710" v="1068" actId="164"/>
          <ac:picMkLst>
            <pc:docMk/>
            <pc:sldMk cId="2633189480" sldId="2147483584"/>
            <ac:picMk id="83" creationId="{2355418E-0D47-F168-705E-9689959DF267}"/>
          </ac:picMkLst>
        </pc:picChg>
        <pc:picChg chg="add mod">
          <ac:chgData name="Balaji Kumar" userId="4172fc1a-76e1-41b0-804d-639b31ee2f6b" providerId="ADAL" clId="{42BB7123-83F0-4B80-A335-951069422C84}" dt="2026-03-09T09:49:38.629" v="1069" actId="164"/>
          <ac:picMkLst>
            <pc:docMk/>
            <pc:sldMk cId="2633189480" sldId="2147483584"/>
            <ac:picMk id="85" creationId="{4AD7C015-DD03-A73B-A5BF-FE5BD0E3A697}"/>
          </ac:picMkLst>
        </pc:picChg>
        <pc:picChg chg="add mod">
          <ac:chgData name="Balaji Kumar" userId="4172fc1a-76e1-41b0-804d-639b31ee2f6b" providerId="ADAL" clId="{42BB7123-83F0-4B80-A335-951069422C84}" dt="2026-03-09T09:49:39.568" v="1070" actId="164"/>
          <ac:picMkLst>
            <pc:docMk/>
            <pc:sldMk cId="2633189480" sldId="2147483584"/>
            <ac:picMk id="87" creationId="{4DCAEF20-8C98-6303-D335-552295E72200}"/>
          </ac:picMkLst>
        </pc:picChg>
      </pc:sldChg>
      <pc:sldChg chg="addSp delSp modSp add del mod">
        <pc:chgData name="Balaji Kumar" userId="4172fc1a-76e1-41b0-804d-639b31ee2f6b" providerId="ADAL" clId="{42BB7123-83F0-4B80-A335-951069422C84}" dt="2026-03-09T06:50:03.725" v="308" actId="47"/>
        <pc:sldMkLst>
          <pc:docMk/>
          <pc:sldMk cId="3118292942" sldId="2147483584"/>
        </pc:sldMkLst>
        <pc:spChg chg="del">
          <ac:chgData name="Balaji Kumar" userId="4172fc1a-76e1-41b0-804d-639b31ee2f6b" providerId="ADAL" clId="{42BB7123-83F0-4B80-A335-951069422C84}" dt="2026-03-09T06:45:35.443" v="249" actId="478"/>
          <ac:spMkLst>
            <pc:docMk/>
            <pc:sldMk cId="3118292942" sldId="2147483584"/>
            <ac:spMk id="2" creationId="{B57E9EB2-A6BC-31E1-054D-CB42CB3022DB}"/>
          </ac:spMkLst>
        </pc:spChg>
        <pc:spChg chg="add mod">
          <ac:chgData name="Balaji Kumar" userId="4172fc1a-76e1-41b0-804d-639b31ee2f6b" providerId="ADAL" clId="{42BB7123-83F0-4B80-A335-951069422C84}" dt="2026-03-09T06:46:34.607" v="259" actId="1076"/>
          <ac:spMkLst>
            <pc:docMk/>
            <pc:sldMk cId="3118292942" sldId="2147483584"/>
            <ac:spMk id="4" creationId="{42AC2F28-9A27-15EC-3618-A4DAAE600B7F}"/>
          </ac:spMkLst>
        </pc:spChg>
        <pc:spChg chg="mod">
          <ac:chgData name="Balaji Kumar" userId="4172fc1a-76e1-41b0-804d-639b31ee2f6b" providerId="ADAL" clId="{42BB7123-83F0-4B80-A335-951069422C84}" dt="2026-03-09T06:46:34.607" v="259" actId="1076"/>
          <ac:spMkLst>
            <pc:docMk/>
            <pc:sldMk cId="3118292942" sldId="2147483584"/>
            <ac:spMk id="6" creationId="{8EAAADE6-DF27-5362-881A-FDDF220AD18C}"/>
          </ac:spMkLst>
        </pc:spChg>
        <pc:spChg chg="mod">
          <ac:chgData name="Balaji Kumar" userId="4172fc1a-76e1-41b0-804d-639b31ee2f6b" providerId="ADAL" clId="{42BB7123-83F0-4B80-A335-951069422C84}" dt="2026-03-09T06:46:34.607" v="259" actId="1076"/>
          <ac:spMkLst>
            <pc:docMk/>
            <pc:sldMk cId="3118292942" sldId="2147483584"/>
            <ac:spMk id="7" creationId="{C7072E91-F73E-6C37-DF33-385A724C9D2D}"/>
          </ac:spMkLst>
        </pc:spChg>
        <pc:spChg chg="add del mod">
          <ac:chgData name="Balaji Kumar" userId="4172fc1a-76e1-41b0-804d-639b31ee2f6b" providerId="ADAL" clId="{42BB7123-83F0-4B80-A335-951069422C84}" dt="2026-03-09T06:47:51.823" v="305" actId="478"/>
          <ac:spMkLst>
            <pc:docMk/>
            <pc:sldMk cId="3118292942" sldId="2147483584"/>
            <ac:spMk id="9" creationId="{1E956629-8EE4-EB67-63DA-3DD06F04ED63}"/>
          </ac:spMkLst>
        </pc:spChg>
        <pc:spChg chg="ord">
          <ac:chgData name="Balaji Kumar" userId="4172fc1a-76e1-41b0-804d-639b31ee2f6b" providerId="ADAL" clId="{42BB7123-83F0-4B80-A335-951069422C84}" dt="2026-03-09T06:47:49.589" v="304" actId="166"/>
          <ac:spMkLst>
            <pc:docMk/>
            <pc:sldMk cId="3118292942" sldId="2147483584"/>
            <ac:spMk id="33" creationId="{165EDB93-0B35-3579-4AC8-74A1DE2F555E}"/>
          </ac:spMkLst>
        </pc:spChg>
        <pc:spChg chg="ord">
          <ac:chgData name="Balaji Kumar" userId="4172fc1a-76e1-41b0-804d-639b31ee2f6b" providerId="ADAL" clId="{42BB7123-83F0-4B80-A335-951069422C84}" dt="2026-03-09T06:47:49.589" v="304" actId="166"/>
          <ac:spMkLst>
            <pc:docMk/>
            <pc:sldMk cId="3118292942" sldId="2147483584"/>
            <ac:spMk id="38" creationId="{741F0A34-14B9-B2A9-6355-4F5CFAF7A483}"/>
          </ac:spMkLst>
        </pc:spChg>
        <pc:spChg chg="mod ord">
          <ac:chgData name="Balaji Kumar" userId="4172fc1a-76e1-41b0-804d-639b31ee2f6b" providerId="ADAL" clId="{42BB7123-83F0-4B80-A335-951069422C84}" dt="2026-03-09T06:46:34.607" v="259" actId="1076"/>
          <ac:spMkLst>
            <pc:docMk/>
            <pc:sldMk cId="3118292942" sldId="2147483584"/>
            <ac:spMk id="44" creationId="{80D7B0CF-0729-0A47-CC3F-E104329433CE}"/>
          </ac:spMkLst>
        </pc:spChg>
        <pc:picChg chg="mod modCrop">
          <ac:chgData name="Balaji Kumar" userId="4172fc1a-76e1-41b0-804d-639b31ee2f6b" providerId="ADAL" clId="{42BB7123-83F0-4B80-A335-951069422C84}" dt="2026-03-09T06:47:38.570" v="300" actId="1076"/>
          <ac:picMkLst>
            <pc:docMk/>
            <pc:sldMk cId="3118292942" sldId="2147483584"/>
            <ac:picMk id="3" creationId="{839FBC65-2B4B-1AA2-35F5-9BA134C1F5F4}"/>
          </ac:picMkLst>
        </pc:picChg>
        <pc:picChg chg="mod">
          <ac:chgData name="Balaji Kumar" userId="4172fc1a-76e1-41b0-804d-639b31ee2f6b" providerId="ADAL" clId="{42BB7123-83F0-4B80-A335-951069422C84}" dt="2026-03-09T06:47:16.992" v="278" actId="1036"/>
          <ac:picMkLst>
            <pc:docMk/>
            <pc:sldMk cId="3118292942" sldId="2147483584"/>
            <ac:picMk id="5" creationId="{5F68149C-6249-4CF5-987C-9ECD1423D0B0}"/>
          </ac:picMkLst>
        </pc:picChg>
        <pc:picChg chg="ord">
          <ac:chgData name="Balaji Kumar" userId="4172fc1a-76e1-41b0-804d-639b31ee2f6b" providerId="ADAL" clId="{42BB7123-83F0-4B80-A335-951069422C84}" dt="2026-03-09T06:47:49.589" v="304" actId="166"/>
          <ac:picMkLst>
            <pc:docMk/>
            <pc:sldMk cId="3118292942" sldId="2147483584"/>
            <ac:picMk id="8" creationId="{A0CBAAD9-91A4-D746-8BBF-D6BB7DA4CCCA}"/>
          </ac:picMkLst>
        </pc:picChg>
      </pc:sldChg>
      <pc:sldChg chg="addSp delSp modSp new mod ord">
        <pc:chgData name="Balaji Kumar" userId="4172fc1a-76e1-41b0-804d-639b31ee2f6b" providerId="ADAL" clId="{42BB7123-83F0-4B80-A335-951069422C84}" dt="2026-03-09T10:12:15.875" v="1895"/>
        <pc:sldMkLst>
          <pc:docMk/>
          <pc:sldMk cId="1804956101" sldId="2147483585"/>
        </pc:sldMkLst>
        <pc:spChg chg="add mod">
          <ac:chgData name="Balaji Kumar" userId="4172fc1a-76e1-41b0-804d-639b31ee2f6b" providerId="ADAL" clId="{42BB7123-83F0-4B80-A335-951069422C84}" dt="2026-03-09T09:56:41.749" v="1229" actId="207"/>
          <ac:spMkLst>
            <pc:docMk/>
            <pc:sldMk cId="1804956101" sldId="2147483585"/>
            <ac:spMk id="4" creationId="{75858D27-2C3D-740F-BF3B-DD4AE25BC7ED}"/>
          </ac:spMkLst>
        </pc:spChg>
        <pc:spChg chg="add mod">
          <ac:chgData name="Balaji Kumar" userId="4172fc1a-76e1-41b0-804d-639b31ee2f6b" providerId="ADAL" clId="{42BB7123-83F0-4B80-A335-951069422C84}" dt="2026-03-09T09:57:12.780" v="1235" actId="207"/>
          <ac:spMkLst>
            <pc:docMk/>
            <pc:sldMk cId="1804956101" sldId="2147483585"/>
            <ac:spMk id="5" creationId="{229783F3-5E37-C2FA-A7B3-6D92F0B6007B}"/>
          </ac:spMkLst>
        </pc:spChg>
        <pc:spChg chg="add mod">
          <ac:chgData name="Balaji Kumar" userId="4172fc1a-76e1-41b0-804d-639b31ee2f6b" providerId="ADAL" clId="{42BB7123-83F0-4B80-A335-951069422C84}" dt="2026-03-09T09:56:36.839" v="1225" actId="2085"/>
          <ac:spMkLst>
            <pc:docMk/>
            <pc:sldMk cId="1804956101" sldId="2147483585"/>
            <ac:spMk id="6" creationId="{2398DA35-151F-E328-D1BF-CAAE6713FEE8}"/>
          </ac:spMkLst>
        </pc:spChg>
        <pc:spChg chg="add mod">
          <ac:chgData name="Balaji Kumar" userId="4172fc1a-76e1-41b0-804d-639b31ee2f6b" providerId="ADAL" clId="{42BB7123-83F0-4B80-A335-951069422C84}" dt="2026-03-09T09:56:29.979" v="1223" actId="2085"/>
          <ac:spMkLst>
            <pc:docMk/>
            <pc:sldMk cId="1804956101" sldId="2147483585"/>
            <ac:spMk id="7" creationId="{E840773E-EFB3-54CB-EFC6-7BB3148EB805}"/>
          </ac:spMkLst>
        </pc:spChg>
        <pc:spChg chg="add mod">
          <ac:chgData name="Balaji Kumar" userId="4172fc1a-76e1-41b0-804d-639b31ee2f6b" providerId="ADAL" clId="{42BB7123-83F0-4B80-A335-951069422C84}" dt="2026-03-09T09:56:29.979" v="1223" actId="2085"/>
          <ac:spMkLst>
            <pc:docMk/>
            <pc:sldMk cId="1804956101" sldId="2147483585"/>
            <ac:spMk id="8" creationId="{A1D2AFC6-1FAA-62E0-3927-670D8FC65421}"/>
          </ac:spMkLst>
        </pc:spChg>
        <pc:spChg chg="add mod">
          <ac:chgData name="Balaji Kumar" userId="4172fc1a-76e1-41b0-804d-639b31ee2f6b" providerId="ADAL" clId="{42BB7123-83F0-4B80-A335-951069422C84}" dt="2026-03-09T09:56:29.979" v="1223" actId="2085"/>
          <ac:spMkLst>
            <pc:docMk/>
            <pc:sldMk cId="1804956101" sldId="2147483585"/>
            <ac:spMk id="9" creationId="{399D2927-19FE-22AB-6348-6EFECC975B44}"/>
          </ac:spMkLst>
        </pc:spChg>
        <pc:spChg chg="add del mod">
          <ac:chgData name="Balaji Kumar" userId="4172fc1a-76e1-41b0-804d-639b31ee2f6b" providerId="ADAL" clId="{42BB7123-83F0-4B80-A335-951069422C84}" dt="2026-03-09T09:54:15.456" v="1147" actId="478"/>
          <ac:spMkLst>
            <pc:docMk/>
            <pc:sldMk cId="1804956101" sldId="2147483585"/>
            <ac:spMk id="10" creationId="{B19DC2A0-9F4B-D33E-765A-77A941407FF3}"/>
          </ac:spMkLst>
        </pc:spChg>
        <pc:spChg chg="add mod ord">
          <ac:chgData name="Balaji Kumar" userId="4172fc1a-76e1-41b0-804d-639b31ee2f6b" providerId="ADAL" clId="{42BB7123-83F0-4B80-A335-951069422C84}" dt="2026-03-09T09:54:46.038" v="1160" actId="1038"/>
          <ac:spMkLst>
            <pc:docMk/>
            <pc:sldMk cId="1804956101" sldId="2147483585"/>
            <ac:spMk id="17" creationId="{DB45E676-3D4F-69CE-B9AE-68DC95FA8719}"/>
          </ac:spMkLst>
        </pc:spChg>
        <pc:spChg chg="add mod ord">
          <ac:chgData name="Balaji Kumar" userId="4172fc1a-76e1-41b0-804d-639b31ee2f6b" providerId="ADAL" clId="{42BB7123-83F0-4B80-A335-951069422C84}" dt="2026-03-09T09:54:46.038" v="1160" actId="1038"/>
          <ac:spMkLst>
            <pc:docMk/>
            <pc:sldMk cId="1804956101" sldId="2147483585"/>
            <ac:spMk id="18" creationId="{3F835B3B-781F-BB13-A957-EC237EF14AA4}"/>
          </ac:spMkLst>
        </pc:spChg>
        <pc:spChg chg="add del mod">
          <ac:chgData name="Balaji Kumar" userId="4172fc1a-76e1-41b0-804d-639b31ee2f6b" providerId="ADAL" clId="{42BB7123-83F0-4B80-A335-951069422C84}" dt="2026-03-09T10:01:42.553" v="1348" actId="21"/>
          <ac:spMkLst>
            <pc:docMk/>
            <pc:sldMk cId="1804956101" sldId="2147483585"/>
            <ac:spMk id="22" creationId="{F60899FD-50E3-7619-8179-5AF9A9593DB0}"/>
          </ac:spMkLst>
        </pc:spChg>
        <pc:spChg chg="add mod">
          <ac:chgData name="Balaji Kumar" userId="4172fc1a-76e1-41b0-804d-639b31ee2f6b" providerId="ADAL" clId="{42BB7123-83F0-4B80-A335-951069422C84}" dt="2026-03-09T10:12:15.875" v="1895"/>
          <ac:spMkLst>
            <pc:docMk/>
            <pc:sldMk cId="1804956101" sldId="2147483585"/>
            <ac:spMk id="23" creationId="{46EBA47D-CB87-AA14-28C4-8C1AB1A5EADB}"/>
          </ac:spMkLst>
        </pc:spChg>
        <pc:cxnChg chg="add mod">
          <ac:chgData name="Balaji Kumar" userId="4172fc1a-76e1-41b0-804d-639b31ee2f6b" providerId="ADAL" clId="{42BB7123-83F0-4B80-A335-951069422C84}" dt="2026-03-09T09:53:29.835" v="1136" actId="1582"/>
          <ac:cxnSpMkLst>
            <pc:docMk/>
            <pc:sldMk cId="1804956101" sldId="2147483585"/>
            <ac:cxnSpMk id="12" creationId="{ABA6DCF2-1A4F-2334-8137-288722C54BA4}"/>
          </ac:cxnSpMkLst>
        </pc:cxnChg>
        <pc:cxnChg chg="add mod">
          <ac:chgData name="Balaji Kumar" userId="4172fc1a-76e1-41b0-804d-639b31ee2f6b" providerId="ADAL" clId="{42BB7123-83F0-4B80-A335-951069422C84}" dt="2026-03-09T09:53:29.835" v="1136" actId="1582"/>
          <ac:cxnSpMkLst>
            <pc:docMk/>
            <pc:sldMk cId="1804956101" sldId="2147483585"/>
            <ac:cxnSpMk id="14" creationId="{C853583A-183B-C1FC-55B8-386ECF5F80B8}"/>
          </ac:cxnSpMkLst>
        </pc:cxnChg>
        <pc:cxnChg chg="add mod ord">
          <ac:chgData name="Balaji Kumar" userId="4172fc1a-76e1-41b0-804d-639b31ee2f6b" providerId="ADAL" clId="{42BB7123-83F0-4B80-A335-951069422C84}" dt="2026-03-09T09:54:46.038" v="1160" actId="1038"/>
          <ac:cxnSpMkLst>
            <pc:docMk/>
            <pc:sldMk cId="1804956101" sldId="2147483585"/>
            <ac:cxnSpMk id="20" creationId="{F5C00B88-F154-EB2E-9447-B791D6FD3395}"/>
          </ac:cxnSpMkLst>
        </pc:cxnChg>
      </pc:sldChg>
      <pc:sldChg chg="addSp delSp modSp new del mod modClrScheme chgLayout">
        <pc:chgData name="Balaji Kumar" userId="4172fc1a-76e1-41b0-804d-639b31ee2f6b" providerId="ADAL" clId="{42BB7123-83F0-4B80-A335-951069422C84}" dt="2026-03-09T09:50:02.033" v="1074" actId="2696"/>
        <pc:sldMkLst>
          <pc:docMk/>
          <pc:sldMk cId="2677031618" sldId="2147483585"/>
        </pc:sldMkLst>
        <pc:spChg chg="del">
          <ac:chgData name="Balaji Kumar" userId="4172fc1a-76e1-41b0-804d-639b31ee2f6b" providerId="ADAL" clId="{42BB7123-83F0-4B80-A335-951069422C84}" dt="2026-03-09T09:06:55.441" v="812" actId="26606"/>
          <ac:spMkLst>
            <pc:docMk/>
            <pc:sldMk cId="2677031618" sldId="2147483585"/>
            <ac:spMk id="2" creationId="{CF9BD239-A145-E8FD-FA53-16329BFE0C56}"/>
          </ac:spMkLst>
        </pc:spChg>
        <pc:spChg chg="del">
          <ac:chgData name="Balaji Kumar" userId="4172fc1a-76e1-41b0-804d-639b31ee2f6b" providerId="ADAL" clId="{42BB7123-83F0-4B80-A335-951069422C84}" dt="2026-03-09T09:06:55.441" v="812" actId="26606"/>
          <ac:spMkLst>
            <pc:docMk/>
            <pc:sldMk cId="2677031618" sldId="2147483585"/>
            <ac:spMk id="3" creationId="{0FF43CF0-9BE9-EF00-9CFA-751141207995}"/>
          </ac:spMkLst>
        </pc:spChg>
        <pc:spChg chg="add mod">
          <ac:chgData name="Balaji Kumar" userId="4172fc1a-76e1-41b0-804d-639b31ee2f6b" providerId="ADAL" clId="{42BB7123-83F0-4B80-A335-951069422C84}" dt="2026-03-09T09:07:10.037" v="814"/>
          <ac:spMkLst>
            <pc:docMk/>
            <pc:sldMk cId="2677031618" sldId="2147483585"/>
            <ac:spMk id="6" creationId="{C87B543B-BFD0-3D40-B149-5A922A12635E}"/>
          </ac:spMkLst>
        </pc:spChg>
        <pc:spChg chg="add mod">
          <ac:chgData name="Balaji Kumar" userId="4172fc1a-76e1-41b0-804d-639b31ee2f6b" providerId="ADAL" clId="{42BB7123-83F0-4B80-A335-951069422C84}" dt="2026-03-09T09:24:46.135" v="845" actId="404"/>
          <ac:spMkLst>
            <pc:docMk/>
            <pc:sldMk cId="2677031618" sldId="2147483585"/>
            <ac:spMk id="7" creationId="{E541EB16-E7F2-BC2B-8D4A-8EE7DC7A1A62}"/>
          </ac:spMkLst>
        </pc:spChg>
        <pc:spChg chg="add mod topLvl">
          <ac:chgData name="Balaji Kumar" userId="4172fc1a-76e1-41b0-804d-639b31ee2f6b" providerId="ADAL" clId="{42BB7123-83F0-4B80-A335-951069422C84}" dt="2026-03-09T09:48:28.558" v="1050" actId="164"/>
          <ac:spMkLst>
            <pc:docMk/>
            <pc:sldMk cId="2677031618" sldId="2147483585"/>
            <ac:spMk id="8" creationId="{D616D0EB-7C56-6932-5028-14E38AA8BC88}"/>
          </ac:spMkLst>
        </pc:spChg>
        <pc:spChg chg="mod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0" creationId="{D1187C64-BE08-C076-1018-0A7112240533}"/>
          </ac:spMkLst>
        </pc:spChg>
        <pc:spChg chg="mod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1" creationId="{869033E4-3B95-E232-0533-60076B93126F}"/>
          </ac:spMkLst>
        </pc:spChg>
        <pc:spChg chg="mod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2" creationId="{D3B99792-264E-27B2-8F8E-D1F630A80EA4}"/>
          </ac:spMkLst>
        </pc:spChg>
        <pc:spChg chg="add mod topLvl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3" creationId="{2D7A32CA-E468-B6D2-639C-A545B00798EC}"/>
          </ac:spMkLst>
        </pc:spChg>
        <pc:spChg chg="add mod topLvl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4" creationId="{0EB2E74B-E5CC-EA2C-7A6B-2FF24AAD4305}"/>
          </ac:spMkLst>
        </pc:spChg>
        <pc:spChg chg="add mod topLvl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5" creationId="{F0542F17-5D54-F509-84FA-4564F14F6697}"/>
          </ac:spMkLst>
        </pc:spChg>
        <pc:spChg chg="add mod topLvl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6" creationId="{20952956-80C8-5947-F611-B24EC2BBB7FD}"/>
          </ac:spMkLst>
        </pc:spChg>
        <pc:spChg chg="add mod topLvl">
          <ac:chgData name="Balaji Kumar" userId="4172fc1a-76e1-41b0-804d-639b31ee2f6b" providerId="ADAL" clId="{42BB7123-83F0-4B80-A335-951069422C84}" dt="2026-03-09T09:48:19.576" v="1042" actId="164"/>
          <ac:spMkLst>
            <pc:docMk/>
            <pc:sldMk cId="2677031618" sldId="2147483585"/>
            <ac:spMk id="17" creationId="{417AB329-379E-6673-42BD-C2A9278DBC2B}"/>
          </ac:spMkLst>
        </pc:spChg>
        <pc:spChg chg="add mod topLvl">
          <ac:chgData name="Balaji Kumar" userId="4172fc1a-76e1-41b0-804d-639b31ee2f6b" providerId="ADAL" clId="{42BB7123-83F0-4B80-A335-951069422C84}" dt="2026-03-09T09:48:25.484" v="1049" actId="165"/>
          <ac:spMkLst>
            <pc:docMk/>
            <pc:sldMk cId="2677031618" sldId="2147483585"/>
            <ac:spMk id="18" creationId="{A6B970D7-FC3F-E4DA-BBB1-BC762E793453}"/>
          </ac:spMkLst>
        </pc:spChg>
        <pc:spChg chg="add mod topLvl">
          <ac:chgData name="Balaji Kumar" userId="4172fc1a-76e1-41b0-804d-639b31ee2f6b" providerId="ADAL" clId="{42BB7123-83F0-4B80-A335-951069422C84}" dt="2026-03-09T09:48:49.133" v="1063" actId="12789"/>
          <ac:spMkLst>
            <pc:docMk/>
            <pc:sldMk cId="2677031618" sldId="2147483585"/>
            <ac:spMk id="19" creationId="{F6DCA67E-5671-020B-E2A1-F0A7FA044365}"/>
          </ac:spMkLst>
        </pc:spChg>
        <pc:spChg chg="add mod">
          <ac:chgData name="Balaji Kumar" userId="4172fc1a-76e1-41b0-804d-639b31ee2f6b" providerId="ADAL" clId="{42BB7123-83F0-4B80-A335-951069422C84}" dt="2026-03-09T09:48:28.558" v="1050" actId="164"/>
          <ac:spMkLst>
            <pc:docMk/>
            <pc:sldMk cId="2677031618" sldId="2147483585"/>
            <ac:spMk id="21" creationId="{715BE226-09D2-D26B-4A03-0CF22BB453D7}"/>
          </ac:spMkLst>
        </pc:spChg>
        <pc:spChg chg="add mod">
          <ac:chgData name="Balaji Kumar" userId="4172fc1a-76e1-41b0-804d-639b31ee2f6b" providerId="ADAL" clId="{42BB7123-83F0-4B80-A335-951069422C84}" dt="2026-03-09T09:48:24.797" v="1048" actId="1037"/>
          <ac:spMkLst>
            <pc:docMk/>
            <pc:sldMk cId="2677031618" sldId="2147483585"/>
            <ac:spMk id="32" creationId="{8D53BE6C-EB6A-1688-01FA-D1A5EF95BFF3}"/>
          </ac:spMkLst>
        </pc:spChg>
        <pc:spChg chg="mod">
          <ac:chgData name="Balaji Kumar" userId="4172fc1a-76e1-41b0-804d-639b31ee2f6b" providerId="ADAL" clId="{42BB7123-83F0-4B80-A335-951069422C84}" dt="2026-03-09T09:48:29.612" v="1051" actId="571"/>
          <ac:spMkLst>
            <pc:docMk/>
            <pc:sldMk cId="2677031618" sldId="2147483585"/>
            <ac:spMk id="36" creationId="{0AB75AC2-BCCF-D290-CDC1-C3A394EF4A4D}"/>
          </ac:spMkLst>
        </pc:spChg>
        <pc:spChg chg="mod">
          <ac:chgData name="Balaji Kumar" userId="4172fc1a-76e1-41b0-804d-639b31ee2f6b" providerId="ADAL" clId="{42BB7123-83F0-4B80-A335-951069422C84}" dt="2026-03-09T09:48:29.612" v="1051" actId="571"/>
          <ac:spMkLst>
            <pc:docMk/>
            <pc:sldMk cId="2677031618" sldId="2147483585"/>
            <ac:spMk id="37" creationId="{AAC233A9-D9D2-D1F4-0985-E39EA280765E}"/>
          </ac:spMkLst>
        </pc:spChg>
        <pc:spChg chg="mod">
          <ac:chgData name="Balaji Kumar" userId="4172fc1a-76e1-41b0-804d-639b31ee2f6b" providerId="ADAL" clId="{42BB7123-83F0-4B80-A335-951069422C84}" dt="2026-03-09T09:48:33.130" v="1053" actId="571"/>
          <ac:spMkLst>
            <pc:docMk/>
            <pc:sldMk cId="2677031618" sldId="2147483585"/>
            <ac:spMk id="40" creationId="{00D7046C-4F7A-BE09-4621-60388E1DFD4A}"/>
          </ac:spMkLst>
        </pc:spChg>
        <pc:spChg chg="mod">
          <ac:chgData name="Balaji Kumar" userId="4172fc1a-76e1-41b0-804d-639b31ee2f6b" providerId="ADAL" clId="{42BB7123-83F0-4B80-A335-951069422C84}" dt="2026-03-09T09:48:33.130" v="1053" actId="571"/>
          <ac:spMkLst>
            <pc:docMk/>
            <pc:sldMk cId="2677031618" sldId="2147483585"/>
            <ac:spMk id="41" creationId="{05786D74-4B2B-F6B1-766B-C197A2006D67}"/>
          </ac:spMkLst>
        </pc:spChg>
        <pc:spChg chg="mod">
          <ac:chgData name="Balaji Kumar" userId="4172fc1a-76e1-41b0-804d-639b31ee2f6b" providerId="ADAL" clId="{42BB7123-83F0-4B80-A335-951069422C84}" dt="2026-03-09T09:48:36.234" v="1055" actId="571"/>
          <ac:spMkLst>
            <pc:docMk/>
            <pc:sldMk cId="2677031618" sldId="2147483585"/>
            <ac:spMk id="44" creationId="{6F28BE82-C78A-375E-4C66-9222125EF060}"/>
          </ac:spMkLst>
        </pc:spChg>
        <pc:spChg chg="mod">
          <ac:chgData name="Balaji Kumar" userId="4172fc1a-76e1-41b0-804d-639b31ee2f6b" providerId="ADAL" clId="{42BB7123-83F0-4B80-A335-951069422C84}" dt="2026-03-09T09:48:36.234" v="1055" actId="571"/>
          <ac:spMkLst>
            <pc:docMk/>
            <pc:sldMk cId="2677031618" sldId="2147483585"/>
            <ac:spMk id="45" creationId="{E97DA6CB-11EB-8A92-7889-4D16B17E5338}"/>
          </ac:spMkLst>
        </pc:spChg>
        <pc:spChg chg="mod">
          <ac:chgData name="Balaji Kumar" userId="4172fc1a-76e1-41b0-804d-639b31ee2f6b" providerId="ADAL" clId="{42BB7123-83F0-4B80-A335-951069422C84}" dt="2026-03-09T09:48:40.970" v="1057" actId="571"/>
          <ac:spMkLst>
            <pc:docMk/>
            <pc:sldMk cId="2677031618" sldId="2147483585"/>
            <ac:spMk id="48" creationId="{B4521DD2-0D3F-732A-308B-D813DD17060C}"/>
          </ac:spMkLst>
        </pc:spChg>
        <pc:spChg chg="mod">
          <ac:chgData name="Balaji Kumar" userId="4172fc1a-76e1-41b0-804d-639b31ee2f6b" providerId="ADAL" clId="{42BB7123-83F0-4B80-A335-951069422C84}" dt="2026-03-09T09:48:40.970" v="1057" actId="571"/>
          <ac:spMkLst>
            <pc:docMk/>
            <pc:sldMk cId="2677031618" sldId="2147483585"/>
            <ac:spMk id="49" creationId="{58D24065-24FE-006B-B46B-66EDBECFCC0E}"/>
          </ac:spMkLst>
        </pc:spChg>
        <pc:spChg chg="mod">
          <ac:chgData name="Balaji Kumar" userId="4172fc1a-76e1-41b0-804d-639b31ee2f6b" providerId="ADAL" clId="{42BB7123-83F0-4B80-A335-951069422C84}" dt="2026-03-09T09:48:44.034" v="1059" actId="571"/>
          <ac:spMkLst>
            <pc:docMk/>
            <pc:sldMk cId="2677031618" sldId="2147483585"/>
            <ac:spMk id="52" creationId="{154A36FF-F809-EC7E-6D99-58F1E2E2E4B9}"/>
          </ac:spMkLst>
        </pc:spChg>
        <pc:spChg chg="mod">
          <ac:chgData name="Balaji Kumar" userId="4172fc1a-76e1-41b0-804d-639b31ee2f6b" providerId="ADAL" clId="{42BB7123-83F0-4B80-A335-951069422C84}" dt="2026-03-09T09:48:44.034" v="1059" actId="571"/>
          <ac:spMkLst>
            <pc:docMk/>
            <pc:sldMk cId="2677031618" sldId="2147483585"/>
            <ac:spMk id="53" creationId="{8D223A22-95BD-3F52-9553-8715F8A7632A}"/>
          </ac:spMkLst>
        </pc:spChg>
        <pc:spChg chg="mod">
          <ac:chgData name="Balaji Kumar" userId="4172fc1a-76e1-41b0-804d-639b31ee2f6b" providerId="ADAL" clId="{42BB7123-83F0-4B80-A335-951069422C84}" dt="2026-03-09T09:48:47.187" v="1061" actId="571"/>
          <ac:spMkLst>
            <pc:docMk/>
            <pc:sldMk cId="2677031618" sldId="2147483585"/>
            <ac:spMk id="56" creationId="{DF16E37D-FEAB-3A0E-B801-6B91FAC17A7A}"/>
          </ac:spMkLst>
        </pc:spChg>
        <pc:spChg chg="mod">
          <ac:chgData name="Balaji Kumar" userId="4172fc1a-76e1-41b0-804d-639b31ee2f6b" providerId="ADAL" clId="{42BB7123-83F0-4B80-A335-951069422C84}" dt="2026-03-09T09:48:47.187" v="1061" actId="571"/>
          <ac:spMkLst>
            <pc:docMk/>
            <pc:sldMk cId="2677031618" sldId="2147483585"/>
            <ac:spMk id="57" creationId="{F4D5CBAF-EDD8-0780-726E-88155B2EFE25}"/>
          </ac:spMkLst>
        </pc:spChg>
        <pc:grpChg chg="add mod ord">
          <ac:chgData name="Balaji Kumar" userId="4172fc1a-76e1-41b0-804d-639b31ee2f6b" providerId="ADAL" clId="{42BB7123-83F0-4B80-A335-951069422C84}" dt="2026-03-09T09:47:21.419" v="1008" actId="12788"/>
          <ac:grpSpMkLst>
            <pc:docMk/>
            <pc:sldMk cId="2677031618" sldId="2147483585"/>
            <ac:grpSpMk id="9" creationId="{7C64CF1B-3D1D-0950-F746-959DC7CB8128}"/>
          </ac:grpSpMkLst>
        </pc:grpChg>
        <pc:grpChg chg="add del mod">
          <ac:chgData name="Balaji Kumar" userId="4172fc1a-76e1-41b0-804d-639b31ee2f6b" providerId="ADAL" clId="{42BB7123-83F0-4B80-A335-951069422C84}" dt="2026-03-09T09:45:58.851" v="956" actId="165"/>
          <ac:grpSpMkLst>
            <pc:docMk/>
            <pc:sldMk cId="2677031618" sldId="2147483585"/>
            <ac:grpSpMk id="20" creationId="{4BFC80AD-A6F9-AA1D-ACAA-6CEC8BA3AA64}"/>
          </ac:grpSpMkLst>
        </pc:grpChg>
        <pc:grpChg chg="add del mod">
          <ac:chgData name="Balaji Kumar" userId="4172fc1a-76e1-41b0-804d-639b31ee2f6b" providerId="ADAL" clId="{42BB7123-83F0-4B80-A335-951069422C84}" dt="2026-03-09T09:47:39.319" v="1017" actId="165"/>
          <ac:grpSpMkLst>
            <pc:docMk/>
            <pc:sldMk cId="2677031618" sldId="2147483585"/>
            <ac:grpSpMk id="31" creationId="{A1FC36CC-D13A-DE0A-3992-C23BB9819AE0}"/>
          </ac:grpSpMkLst>
        </pc:grpChg>
        <pc:grpChg chg="add mod ord">
          <ac:chgData name="Balaji Kumar" userId="4172fc1a-76e1-41b0-804d-639b31ee2f6b" providerId="ADAL" clId="{42BB7123-83F0-4B80-A335-951069422C84}" dt="2026-03-09T09:48:24.797" v="1048" actId="1037"/>
          <ac:grpSpMkLst>
            <pc:docMk/>
            <pc:sldMk cId="2677031618" sldId="2147483585"/>
            <ac:grpSpMk id="33" creationId="{6CA30A19-87DD-4326-EE4F-FB813873CE84}"/>
          </ac:grpSpMkLst>
        </pc:grpChg>
        <pc:grpChg chg="add mod">
          <ac:chgData name="Balaji Kumar" userId="4172fc1a-76e1-41b0-804d-639b31ee2f6b" providerId="ADAL" clId="{42BB7123-83F0-4B80-A335-951069422C84}" dt="2026-03-09T09:48:28.558" v="1050" actId="164"/>
          <ac:grpSpMkLst>
            <pc:docMk/>
            <pc:sldMk cId="2677031618" sldId="2147483585"/>
            <ac:grpSpMk id="34" creationId="{472CF21D-1479-388A-8B0F-10703B62F2BB}"/>
          </ac:grpSpMkLst>
        </pc:grpChg>
        <pc:grpChg chg="add mod">
          <ac:chgData name="Balaji Kumar" userId="4172fc1a-76e1-41b0-804d-639b31ee2f6b" providerId="ADAL" clId="{42BB7123-83F0-4B80-A335-951069422C84}" dt="2026-03-09T09:48:31.594" v="1052" actId="465"/>
          <ac:grpSpMkLst>
            <pc:docMk/>
            <pc:sldMk cId="2677031618" sldId="2147483585"/>
            <ac:grpSpMk id="35" creationId="{5B1CF178-1D6F-54C0-9B6C-D4E83310A851}"/>
          </ac:grpSpMkLst>
        </pc:grpChg>
        <pc:grpChg chg="add mod">
          <ac:chgData name="Balaji Kumar" userId="4172fc1a-76e1-41b0-804d-639b31ee2f6b" providerId="ADAL" clId="{42BB7123-83F0-4B80-A335-951069422C84}" dt="2026-03-09T09:48:34.822" v="1054" actId="465"/>
          <ac:grpSpMkLst>
            <pc:docMk/>
            <pc:sldMk cId="2677031618" sldId="2147483585"/>
            <ac:grpSpMk id="39" creationId="{C6BE445D-CB1C-6C55-0A61-3D17CCD1C98C}"/>
          </ac:grpSpMkLst>
        </pc:grpChg>
        <pc:grpChg chg="add mod">
          <ac:chgData name="Balaji Kumar" userId="4172fc1a-76e1-41b0-804d-639b31ee2f6b" providerId="ADAL" clId="{42BB7123-83F0-4B80-A335-951069422C84}" dt="2026-03-09T09:48:39.161" v="1056" actId="465"/>
          <ac:grpSpMkLst>
            <pc:docMk/>
            <pc:sldMk cId="2677031618" sldId="2147483585"/>
            <ac:grpSpMk id="43" creationId="{DF8F8BBD-B124-DB07-5229-BF1181268E81}"/>
          </ac:grpSpMkLst>
        </pc:grpChg>
        <pc:grpChg chg="add mod">
          <ac:chgData name="Balaji Kumar" userId="4172fc1a-76e1-41b0-804d-639b31ee2f6b" providerId="ADAL" clId="{42BB7123-83F0-4B80-A335-951069422C84}" dt="2026-03-09T09:48:42.701" v="1058" actId="465"/>
          <ac:grpSpMkLst>
            <pc:docMk/>
            <pc:sldMk cId="2677031618" sldId="2147483585"/>
            <ac:grpSpMk id="47" creationId="{39DBC92D-637D-E2D9-5233-4CF13447F4A2}"/>
          </ac:grpSpMkLst>
        </pc:grpChg>
        <pc:grpChg chg="add mod">
          <ac:chgData name="Balaji Kumar" userId="4172fc1a-76e1-41b0-804d-639b31ee2f6b" providerId="ADAL" clId="{42BB7123-83F0-4B80-A335-951069422C84}" dt="2026-03-09T09:48:45.809" v="1060" actId="465"/>
          <ac:grpSpMkLst>
            <pc:docMk/>
            <pc:sldMk cId="2677031618" sldId="2147483585"/>
            <ac:grpSpMk id="51" creationId="{00A3DCD7-9581-2214-8F43-E09C49DBEC04}"/>
          </ac:grpSpMkLst>
        </pc:grpChg>
        <pc:grpChg chg="add mod">
          <ac:chgData name="Balaji Kumar" userId="4172fc1a-76e1-41b0-804d-639b31ee2f6b" providerId="ADAL" clId="{42BB7123-83F0-4B80-A335-951069422C84}" dt="2026-03-09T09:48:49.133" v="1063" actId="12789"/>
          <ac:grpSpMkLst>
            <pc:docMk/>
            <pc:sldMk cId="2677031618" sldId="2147483585"/>
            <ac:grpSpMk id="55" creationId="{75A0E8A2-F9B1-6346-F44B-94A4A13C841C}"/>
          </ac:grpSpMkLst>
        </pc:grpChg>
        <pc:picChg chg="add mod">
          <ac:chgData name="Balaji Kumar" userId="4172fc1a-76e1-41b0-804d-639b31ee2f6b" providerId="ADAL" clId="{42BB7123-83F0-4B80-A335-951069422C84}" dt="2026-03-09T09:07:00.096" v="813" actId="196"/>
          <ac:picMkLst>
            <pc:docMk/>
            <pc:sldMk cId="2677031618" sldId="2147483585"/>
            <ac:picMk id="5" creationId="{9248B26E-309E-68BC-4F2E-4CEC11FE5E97}"/>
          </ac:picMkLst>
        </pc:picChg>
        <pc:cxnChg chg="add mod">
          <ac:chgData name="Balaji Kumar" userId="4172fc1a-76e1-41b0-804d-639b31ee2f6b" providerId="ADAL" clId="{42BB7123-83F0-4B80-A335-951069422C84}" dt="2026-03-09T09:48:28.558" v="1050" actId="164"/>
          <ac:cxnSpMkLst>
            <pc:docMk/>
            <pc:sldMk cId="2677031618" sldId="2147483585"/>
            <ac:cxnSpMk id="23" creationId="{7EDFF9F8-D6F7-AFA0-20EE-7AFC840E2032}"/>
          </ac:cxnSpMkLst>
        </pc:cxnChg>
        <pc:cxnChg chg="add mod topLvl">
          <ac:chgData name="Balaji Kumar" userId="4172fc1a-76e1-41b0-804d-639b31ee2f6b" providerId="ADAL" clId="{42BB7123-83F0-4B80-A335-951069422C84}" dt="2026-03-09T09:47:39.319" v="1017" actId="165"/>
          <ac:cxnSpMkLst>
            <pc:docMk/>
            <pc:sldMk cId="2677031618" sldId="2147483585"/>
            <ac:cxnSpMk id="25" creationId="{C2BEA136-D9FE-8441-8BE3-5F2D6DEFE2AD}"/>
          </ac:cxnSpMkLst>
        </pc:cxnChg>
        <pc:cxnChg chg="add mod topLvl">
          <ac:chgData name="Balaji Kumar" userId="4172fc1a-76e1-41b0-804d-639b31ee2f6b" providerId="ADAL" clId="{42BB7123-83F0-4B80-A335-951069422C84}" dt="2026-03-09T09:47:39.319" v="1017" actId="165"/>
          <ac:cxnSpMkLst>
            <pc:docMk/>
            <pc:sldMk cId="2677031618" sldId="2147483585"/>
            <ac:cxnSpMk id="26" creationId="{43BECBDA-3389-A9DA-E430-7D768E12EBC2}"/>
          </ac:cxnSpMkLst>
        </pc:cxnChg>
        <pc:cxnChg chg="add mod topLvl">
          <ac:chgData name="Balaji Kumar" userId="4172fc1a-76e1-41b0-804d-639b31ee2f6b" providerId="ADAL" clId="{42BB7123-83F0-4B80-A335-951069422C84}" dt="2026-03-09T09:47:39.319" v="1017" actId="165"/>
          <ac:cxnSpMkLst>
            <pc:docMk/>
            <pc:sldMk cId="2677031618" sldId="2147483585"/>
            <ac:cxnSpMk id="27" creationId="{52DA5322-6AB0-FE5C-28FE-CEAFE8A824DC}"/>
          </ac:cxnSpMkLst>
        </pc:cxnChg>
        <pc:cxnChg chg="add mod topLvl">
          <ac:chgData name="Balaji Kumar" userId="4172fc1a-76e1-41b0-804d-639b31ee2f6b" providerId="ADAL" clId="{42BB7123-83F0-4B80-A335-951069422C84}" dt="2026-03-09T09:47:39.319" v="1017" actId="165"/>
          <ac:cxnSpMkLst>
            <pc:docMk/>
            <pc:sldMk cId="2677031618" sldId="2147483585"/>
            <ac:cxnSpMk id="28" creationId="{82331767-A208-8ECC-7397-3994A1277183}"/>
          </ac:cxnSpMkLst>
        </pc:cxnChg>
        <pc:cxnChg chg="add mod topLvl">
          <ac:chgData name="Balaji Kumar" userId="4172fc1a-76e1-41b0-804d-639b31ee2f6b" providerId="ADAL" clId="{42BB7123-83F0-4B80-A335-951069422C84}" dt="2026-03-09T09:47:39.319" v="1017" actId="165"/>
          <ac:cxnSpMkLst>
            <pc:docMk/>
            <pc:sldMk cId="2677031618" sldId="2147483585"/>
            <ac:cxnSpMk id="29" creationId="{5C5A3C5C-1AB0-7D6F-C4E6-167CD3E7FDE4}"/>
          </ac:cxnSpMkLst>
        </pc:cxnChg>
        <pc:cxnChg chg="add mod topLvl">
          <ac:chgData name="Balaji Kumar" userId="4172fc1a-76e1-41b0-804d-639b31ee2f6b" providerId="ADAL" clId="{42BB7123-83F0-4B80-A335-951069422C84}" dt="2026-03-09T09:47:39.319" v="1017" actId="165"/>
          <ac:cxnSpMkLst>
            <pc:docMk/>
            <pc:sldMk cId="2677031618" sldId="2147483585"/>
            <ac:cxnSpMk id="30" creationId="{78D8B35E-1B3D-6AB4-28E3-AE0ACB7F4F53}"/>
          </ac:cxnSpMkLst>
        </pc:cxnChg>
        <pc:cxnChg chg="mod">
          <ac:chgData name="Balaji Kumar" userId="4172fc1a-76e1-41b0-804d-639b31ee2f6b" providerId="ADAL" clId="{42BB7123-83F0-4B80-A335-951069422C84}" dt="2026-03-09T09:48:29.612" v="1051" actId="571"/>
          <ac:cxnSpMkLst>
            <pc:docMk/>
            <pc:sldMk cId="2677031618" sldId="2147483585"/>
            <ac:cxnSpMk id="38" creationId="{D7726ABC-E5AD-8433-FFC5-268FF77E741F}"/>
          </ac:cxnSpMkLst>
        </pc:cxnChg>
        <pc:cxnChg chg="mod">
          <ac:chgData name="Balaji Kumar" userId="4172fc1a-76e1-41b0-804d-639b31ee2f6b" providerId="ADAL" clId="{42BB7123-83F0-4B80-A335-951069422C84}" dt="2026-03-09T09:48:33.130" v="1053" actId="571"/>
          <ac:cxnSpMkLst>
            <pc:docMk/>
            <pc:sldMk cId="2677031618" sldId="2147483585"/>
            <ac:cxnSpMk id="42" creationId="{D216E5D9-5FA8-D45B-E9D5-63D3A84737D6}"/>
          </ac:cxnSpMkLst>
        </pc:cxnChg>
        <pc:cxnChg chg="mod">
          <ac:chgData name="Balaji Kumar" userId="4172fc1a-76e1-41b0-804d-639b31ee2f6b" providerId="ADAL" clId="{42BB7123-83F0-4B80-A335-951069422C84}" dt="2026-03-09T09:48:36.234" v="1055" actId="571"/>
          <ac:cxnSpMkLst>
            <pc:docMk/>
            <pc:sldMk cId="2677031618" sldId="2147483585"/>
            <ac:cxnSpMk id="46" creationId="{A4B55122-DF4E-343A-001B-180513E0DC0B}"/>
          </ac:cxnSpMkLst>
        </pc:cxnChg>
        <pc:cxnChg chg="mod">
          <ac:chgData name="Balaji Kumar" userId="4172fc1a-76e1-41b0-804d-639b31ee2f6b" providerId="ADAL" clId="{42BB7123-83F0-4B80-A335-951069422C84}" dt="2026-03-09T09:48:40.970" v="1057" actId="571"/>
          <ac:cxnSpMkLst>
            <pc:docMk/>
            <pc:sldMk cId="2677031618" sldId="2147483585"/>
            <ac:cxnSpMk id="50" creationId="{D46AD4A8-DC9F-7AE3-7FEC-207CFA5096E2}"/>
          </ac:cxnSpMkLst>
        </pc:cxnChg>
        <pc:cxnChg chg="mod">
          <ac:chgData name="Balaji Kumar" userId="4172fc1a-76e1-41b0-804d-639b31ee2f6b" providerId="ADAL" clId="{42BB7123-83F0-4B80-A335-951069422C84}" dt="2026-03-09T09:48:44.034" v="1059" actId="571"/>
          <ac:cxnSpMkLst>
            <pc:docMk/>
            <pc:sldMk cId="2677031618" sldId="2147483585"/>
            <ac:cxnSpMk id="54" creationId="{CADD3565-B175-D001-83D3-A57A19CC772C}"/>
          </ac:cxnSpMkLst>
        </pc:cxnChg>
        <pc:cxnChg chg="mod">
          <ac:chgData name="Balaji Kumar" userId="4172fc1a-76e1-41b0-804d-639b31ee2f6b" providerId="ADAL" clId="{42BB7123-83F0-4B80-A335-951069422C84}" dt="2026-03-09T09:48:47.187" v="1061" actId="571"/>
          <ac:cxnSpMkLst>
            <pc:docMk/>
            <pc:sldMk cId="2677031618" sldId="2147483585"/>
            <ac:cxnSpMk id="58" creationId="{157A0100-F357-039D-6F37-CF574A83A3C3}"/>
          </ac:cxnSpMkLst>
        </pc:cxnChg>
      </pc:sldChg>
      <pc:sldChg chg="addSp delSp modSp new mod">
        <pc:chgData name="Balaji Kumar" userId="4172fc1a-76e1-41b0-804d-639b31ee2f6b" providerId="ADAL" clId="{42BB7123-83F0-4B80-A335-951069422C84}" dt="2026-03-09T10:12:06.535" v="1889"/>
        <pc:sldMkLst>
          <pc:docMk/>
          <pc:sldMk cId="2040737232" sldId="2147483586"/>
        </pc:sldMkLst>
        <pc:spChg chg="mod">
          <ac:chgData name="Balaji Kumar" userId="4172fc1a-76e1-41b0-804d-639b31ee2f6b" providerId="ADAL" clId="{42BB7123-83F0-4B80-A335-951069422C84}" dt="2026-03-09T10:07:49.478" v="1628"/>
          <ac:spMkLst>
            <pc:docMk/>
            <pc:sldMk cId="2040737232" sldId="2147483586"/>
            <ac:spMk id="2" creationId="{AEF751BD-E5E0-3807-0840-326908F01B7A}"/>
          </ac:spMkLst>
        </pc:spChg>
        <pc:spChg chg="del">
          <ac:chgData name="Balaji Kumar" userId="4172fc1a-76e1-41b0-804d-639b31ee2f6b" providerId="ADAL" clId="{42BB7123-83F0-4B80-A335-951069422C84}" dt="2026-03-09T10:08:17.427" v="1644" actId="478"/>
          <ac:spMkLst>
            <pc:docMk/>
            <pc:sldMk cId="2040737232" sldId="2147483586"/>
            <ac:spMk id="3" creationId="{0B0C34CE-14C8-BE01-803E-731EB2ADB8E5}"/>
          </ac:spMkLst>
        </pc:spChg>
        <pc:spChg chg="add del mod">
          <ac:chgData name="Balaji Kumar" userId="4172fc1a-76e1-41b0-804d-639b31ee2f6b" providerId="ADAL" clId="{42BB7123-83F0-4B80-A335-951069422C84}" dt="2026-03-09T10:08:57.208" v="1701" actId="21"/>
          <ac:spMkLst>
            <pc:docMk/>
            <pc:sldMk cId="2040737232" sldId="2147483586"/>
            <ac:spMk id="4" creationId="{5FA43DB4-5C03-C25A-F8FF-511F422D03AB}"/>
          </ac:spMkLst>
        </pc:spChg>
        <pc:spChg chg="add del mod">
          <ac:chgData name="Balaji Kumar" userId="4172fc1a-76e1-41b0-804d-639b31ee2f6b" providerId="ADAL" clId="{42BB7123-83F0-4B80-A335-951069422C84}" dt="2026-03-09T10:08:57.208" v="1701" actId="21"/>
          <ac:spMkLst>
            <pc:docMk/>
            <pc:sldMk cId="2040737232" sldId="2147483586"/>
            <ac:spMk id="5" creationId="{1B454245-86AA-F07B-E963-64D7D915C0B8}"/>
          </ac:spMkLst>
        </pc:spChg>
        <pc:spChg chg="add del mod">
          <ac:chgData name="Balaji Kumar" userId="4172fc1a-76e1-41b0-804d-639b31ee2f6b" providerId="ADAL" clId="{42BB7123-83F0-4B80-A335-951069422C84}" dt="2026-03-09T10:08:58.884" v="1703" actId="478"/>
          <ac:spMkLst>
            <pc:docMk/>
            <pc:sldMk cId="2040737232" sldId="2147483586"/>
            <ac:spMk id="7" creationId="{6BE63728-F71A-7E9A-2729-30CBF6D1DC24}"/>
          </ac:spMkLst>
        </pc:spChg>
        <pc:spChg chg="add mod">
          <ac:chgData name="Balaji Kumar" userId="4172fc1a-76e1-41b0-804d-639b31ee2f6b" providerId="ADAL" clId="{42BB7123-83F0-4B80-A335-951069422C84}" dt="2026-03-09T10:09:25.900" v="1785" actId="1036"/>
          <ac:spMkLst>
            <pc:docMk/>
            <pc:sldMk cId="2040737232" sldId="2147483586"/>
            <ac:spMk id="8" creationId="{5FA43DB4-5C03-C25A-F8FF-511F422D03AB}"/>
          </ac:spMkLst>
        </pc:spChg>
        <pc:spChg chg="add mod">
          <ac:chgData name="Balaji Kumar" userId="4172fc1a-76e1-41b0-804d-639b31ee2f6b" providerId="ADAL" clId="{42BB7123-83F0-4B80-A335-951069422C84}" dt="2026-03-09T10:09:12.883" v="1708" actId="12788"/>
          <ac:spMkLst>
            <pc:docMk/>
            <pc:sldMk cId="2040737232" sldId="2147483586"/>
            <ac:spMk id="9" creationId="{1B454245-86AA-F07B-E963-64D7D915C0B8}"/>
          </ac:spMkLst>
        </pc:spChg>
        <pc:spChg chg="add mod ord">
          <ac:chgData name="Balaji Kumar" userId="4172fc1a-76e1-41b0-804d-639b31ee2f6b" providerId="ADAL" clId="{42BB7123-83F0-4B80-A335-951069422C84}" dt="2026-03-09T10:09:25.900" v="1785" actId="1036"/>
          <ac:spMkLst>
            <pc:docMk/>
            <pc:sldMk cId="2040737232" sldId="2147483586"/>
            <ac:spMk id="10" creationId="{EEA4848A-1A4D-E5E6-502E-AB62E3112D74}"/>
          </ac:spMkLst>
        </pc:spChg>
        <pc:spChg chg="add mod">
          <ac:chgData name="Balaji Kumar" userId="4172fc1a-76e1-41b0-804d-639b31ee2f6b" providerId="ADAL" clId="{42BB7123-83F0-4B80-A335-951069422C84}" dt="2026-03-09T10:12:06.535" v="1889"/>
          <ac:spMkLst>
            <pc:docMk/>
            <pc:sldMk cId="2040737232" sldId="2147483586"/>
            <ac:spMk id="11" creationId="{4CD44534-891E-3C52-B87F-F2432F4BAA4E}"/>
          </ac:spMkLst>
        </pc:spChg>
      </pc:sldChg>
      <pc:sldMasterChg chg="modSldLayout">
        <pc:chgData name="Balaji Kumar" userId="4172fc1a-76e1-41b0-804d-639b31ee2f6b" providerId="ADAL" clId="{42BB7123-83F0-4B80-A335-951069422C84}" dt="2026-03-09T06:50:28.428" v="316" actId="255"/>
        <pc:sldMasterMkLst>
          <pc:docMk/>
          <pc:sldMasterMk cId="3077712823" sldId="2147483660"/>
        </pc:sldMasterMkLst>
        <pc:sldLayoutChg chg="modSp mod">
          <pc:chgData name="Balaji Kumar" userId="4172fc1a-76e1-41b0-804d-639b31ee2f6b" providerId="ADAL" clId="{42BB7123-83F0-4B80-A335-951069422C84}" dt="2026-03-09T06:50:28.428" v="316" actId="255"/>
          <pc:sldLayoutMkLst>
            <pc:docMk/>
            <pc:sldMasterMk cId="3077712823" sldId="2147483660"/>
            <pc:sldLayoutMk cId="462636910" sldId="2147483669"/>
          </pc:sldLayoutMkLst>
          <pc:spChg chg="mod">
            <ac:chgData name="Balaji Kumar" userId="4172fc1a-76e1-41b0-804d-639b31ee2f6b" providerId="ADAL" clId="{42BB7123-83F0-4B80-A335-951069422C84}" dt="2026-03-09T06:50:28.428" v="316" actId="255"/>
            <ac:spMkLst>
              <pc:docMk/>
              <pc:sldMasterMk cId="3077712823" sldId="2147483660"/>
              <pc:sldLayoutMk cId="462636910" sldId="2147483669"/>
              <ac:spMk id="2" creationId="{213D7FAE-9A90-8E8A-3E95-3E2D80A797A5}"/>
            </ac:spMkLst>
          </pc:spChg>
          <pc:spChg chg="mod">
            <ac:chgData name="Balaji Kumar" userId="4172fc1a-76e1-41b0-804d-639b31ee2f6b" providerId="ADAL" clId="{42BB7123-83F0-4B80-A335-951069422C84}" dt="2026-03-09T06:50:26.012" v="315" actId="552"/>
            <ac:spMkLst>
              <pc:docMk/>
              <pc:sldMasterMk cId="3077712823" sldId="2147483660"/>
              <pc:sldLayoutMk cId="462636910" sldId="2147483669"/>
              <ac:spMk id="3" creationId="{9A1A2D4B-76D6-A174-F605-785C7DD41B7D}"/>
            </ac:spMkLst>
          </pc:spChg>
          <pc:picChg chg="mod">
            <ac:chgData name="Balaji Kumar" userId="4172fc1a-76e1-41b0-804d-639b31ee2f6b" providerId="ADAL" clId="{42BB7123-83F0-4B80-A335-951069422C84}" dt="2026-03-09T06:50:26.012" v="315" actId="552"/>
            <ac:picMkLst>
              <pc:docMk/>
              <pc:sldMasterMk cId="3077712823" sldId="2147483660"/>
              <pc:sldLayoutMk cId="462636910" sldId="2147483669"/>
              <ac:picMk id="10" creationId="{7AC6ED4E-EFD9-C56B-35ED-CA0274590575}"/>
            </ac:picMkLst>
          </pc:picChg>
        </pc:sldLayoutChg>
      </pc:sldMasterChg>
      <pc:sldMasterChg chg="del delSldLayout">
        <pc:chgData name="Balaji Kumar" userId="4172fc1a-76e1-41b0-804d-639b31ee2f6b" providerId="ADAL" clId="{42BB7123-83F0-4B80-A335-951069422C84}" dt="2026-03-09T06:38:58.770" v="11" actId="700"/>
        <pc:sldMasterMkLst>
          <pc:docMk/>
          <pc:sldMasterMk cId="3217327729" sldId="2147483687"/>
        </pc:sldMasterMkLst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2196680555" sldId="2147483688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1707051786" sldId="2147483689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2769947839" sldId="2147483690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2858756370" sldId="2147483691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4070593288" sldId="2147483692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3634751771" sldId="2147483693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2865133180" sldId="2147483694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3405778596" sldId="2147483695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518389221" sldId="2147483696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749852741" sldId="2147483697"/>
          </pc:sldLayoutMkLst>
        </pc:sldLayoutChg>
        <pc:sldLayoutChg chg="del">
          <pc:chgData name="Balaji Kumar" userId="4172fc1a-76e1-41b0-804d-639b31ee2f6b" providerId="ADAL" clId="{42BB7123-83F0-4B80-A335-951069422C84}" dt="2026-03-09T06:38:58.770" v="11" actId="700"/>
          <pc:sldLayoutMkLst>
            <pc:docMk/>
            <pc:sldMasterMk cId="3217327729" sldId="2147483687"/>
            <pc:sldLayoutMk cId="845159969" sldId="214748369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A71B7C-702C-B0B5-4915-2426E4EB55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17472-04D9-AA4B-885A-18FC6DC41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6BFB1-FAE4-40F2-BC14-2C5D049E9653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2669A8-8403-4A86-CF22-E059DF2EE0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6DEFC-D2FA-6627-F989-89E0249F8E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54037-BD5B-4222-BDA9-2C9CCF2F6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19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B0EEE0-EF82-4B25-ADDF-8F9EACFE2CC5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DDD3D-0D30-46D3-A519-EBEAD5631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83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2DADA-DD4E-04DB-E67E-DC39B0625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3A800-BD60-0D69-B570-D04470191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27226-8B23-81F9-6CA3-6E08B1E87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9316B-9152-387B-8B04-45307E7A9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02F57-70BB-4DB8-A61E-EF7C4CE6790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49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53227-2A9E-EFE1-B324-79F1FCF3A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A272E-43FB-37E4-9FB0-9A8B03806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4E9C6-1DB6-5424-2A90-9729C519AF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54F69-D0D2-9FA8-9945-0C8A305DC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02F57-70BB-4DB8-A61E-EF7C4CE6790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04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CDC3C-B10E-6263-DAED-BFD19F5EF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356A6A-D5CC-BDB4-0B86-63EDBB1DC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8A35E-427E-092B-00E3-C989B793B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69428-253D-64A3-D9EE-1CF99F13F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B02F57-70BB-4DB8-A61E-EF7C4CE6790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49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6A0174-EED8-8FEB-E2D8-57F074835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43083" y="3528118"/>
            <a:ext cx="5771745" cy="499133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764CB87-415E-C0A6-6CC1-D74B5A15E707}"/>
              </a:ext>
            </a:extLst>
          </p:cNvPr>
          <p:cNvSpPr/>
          <p:nvPr userDrawn="1"/>
        </p:nvSpPr>
        <p:spPr>
          <a:xfrm>
            <a:off x="5106476" y="1128410"/>
            <a:ext cx="7085524" cy="2159540"/>
          </a:xfrm>
          <a:custGeom>
            <a:avLst/>
            <a:gdLst>
              <a:gd name="connsiteX0" fmla="*/ 497119 w 7085524"/>
              <a:gd name="connsiteY0" fmla="*/ 0 h 2159540"/>
              <a:gd name="connsiteX1" fmla="*/ 7085524 w 7085524"/>
              <a:gd name="connsiteY1" fmla="*/ 0 h 2159540"/>
              <a:gd name="connsiteX2" fmla="*/ 7085524 w 7085524"/>
              <a:gd name="connsiteY2" fmla="*/ 2159540 h 2159540"/>
              <a:gd name="connsiteX3" fmla="*/ 0 w 7085524"/>
              <a:gd name="connsiteY3" fmla="*/ 2159540 h 2159540"/>
              <a:gd name="connsiteX4" fmla="*/ 497119 w 7085524"/>
              <a:gd name="connsiteY4" fmla="*/ 0 h 2159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85524" h="2159540">
                <a:moveTo>
                  <a:pt x="497119" y="0"/>
                </a:moveTo>
                <a:lnTo>
                  <a:pt x="7085524" y="0"/>
                </a:lnTo>
                <a:lnTo>
                  <a:pt x="7085524" y="2159540"/>
                </a:lnTo>
                <a:lnTo>
                  <a:pt x="0" y="2159540"/>
                </a:lnTo>
                <a:lnTo>
                  <a:pt x="497119" y="0"/>
                </a:lnTo>
                <a:close/>
              </a:path>
            </a:pathLst>
          </a:custGeom>
          <a:solidFill>
            <a:srgbClr val="D5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pic>
        <p:nvPicPr>
          <p:cNvPr id="8" name="Picture 7" descr="A group of people looking at papers on a table&#10;&#10;Description automatically generated">
            <a:extLst>
              <a:ext uri="{FF2B5EF4-FFF2-40B4-BE49-F238E27FC236}">
                <a16:creationId xmlns:a16="http://schemas.microsoft.com/office/drawing/2014/main" id="{80952ED9-3A14-14DB-E9F6-171365B67B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01" r="17549"/>
          <a:stretch/>
        </p:blipFill>
        <p:spPr>
          <a:xfrm>
            <a:off x="-762000" y="0"/>
            <a:ext cx="6858000" cy="6858000"/>
          </a:xfrm>
          <a:custGeom>
            <a:avLst/>
            <a:gdLst>
              <a:gd name="connsiteX0" fmla="*/ 5107 w 6858000"/>
              <a:gd name="connsiteY0" fmla="*/ 0 h 6858000"/>
              <a:gd name="connsiteX1" fmla="*/ 6858000 w 6858000"/>
              <a:gd name="connsiteY1" fmla="*/ 0 h 6858000"/>
              <a:gd name="connsiteX2" fmla="*/ 5143500 w 6858000"/>
              <a:gd name="connsiteY2" fmla="*/ 6858000 h 6858000"/>
              <a:gd name="connsiteX3" fmla="*/ 0 w 6858000"/>
              <a:gd name="connsiteY3" fmla="*/ 6858000 h 6858000"/>
              <a:gd name="connsiteX4" fmla="*/ 0 w 6858000"/>
              <a:gd name="connsiteY4" fmla="*/ 2042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58000" h="6858000">
                <a:moveTo>
                  <a:pt x="5107" y="0"/>
                </a:moveTo>
                <a:lnTo>
                  <a:pt x="6858000" y="0"/>
                </a:lnTo>
                <a:lnTo>
                  <a:pt x="5143500" y="6858000"/>
                </a:lnTo>
                <a:lnTo>
                  <a:pt x="0" y="6858000"/>
                </a:lnTo>
                <a:lnTo>
                  <a:pt x="0" y="2042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175C4E-3003-512C-B19C-A323EEC9C4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3083" y="1368578"/>
            <a:ext cx="5771745" cy="1679204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79CD7-894A-E384-1DA0-7DE31A4F60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466" t="19143" r="6466" b="19143"/>
          <a:stretch/>
        </p:blipFill>
        <p:spPr>
          <a:xfrm>
            <a:off x="8199179" y="6045200"/>
            <a:ext cx="3415649" cy="59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830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4275D0-1C9B-B5D4-978A-07EF26C4543C}"/>
              </a:ext>
            </a:extLst>
          </p:cNvPr>
          <p:cNvCxnSpPr>
            <a:cxnSpLocks/>
          </p:cNvCxnSpPr>
          <p:nvPr userDrawn="1"/>
        </p:nvCxnSpPr>
        <p:spPr>
          <a:xfrm>
            <a:off x="514928" y="168479"/>
            <a:ext cx="0" cy="8571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D005A9-B28D-BF6E-0BC7-5E4D9A3951B9}"/>
              </a:ext>
            </a:extLst>
          </p:cNvPr>
          <p:cNvSpPr txBox="1"/>
          <p:nvPr userDrawn="1"/>
        </p:nvSpPr>
        <p:spPr>
          <a:xfrm>
            <a:off x="0" y="1"/>
            <a:ext cx="1219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spc="300">
                <a:solidFill>
                  <a:schemeClr val="bg1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Business-Led Technology Partners Delivering Real Digital Outcomes </a:t>
            </a:r>
          </a:p>
        </p:txBody>
      </p:sp>
      <p:pic>
        <p:nvPicPr>
          <p:cNvPr id="2" name="Picture 1" descr="A large body of water with a city in the background&#10;&#10;Description automatically generated">
            <a:extLst>
              <a:ext uri="{FF2B5EF4-FFF2-40B4-BE49-F238E27FC236}">
                <a16:creationId xmlns:a16="http://schemas.microsoft.com/office/drawing/2014/main" id="{83509518-1E18-58BF-B422-3625A9F22A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175"/>
            <a:ext cx="12192000" cy="6359525"/>
          </a:xfrm>
          <a:prstGeom prst="rect">
            <a:avLst/>
          </a:prstGeom>
        </p:spPr>
      </p:pic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E4C734-D431-C55D-098A-F9626C868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447F43-7ECF-415F-F634-DA533FD5B8EA}"/>
              </a:ext>
            </a:extLst>
          </p:cNvPr>
          <p:cNvSpPr/>
          <p:nvPr userDrawn="1"/>
        </p:nvSpPr>
        <p:spPr>
          <a:xfrm>
            <a:off x="0" y="6255304"/>
            <a:ext cx="12192000" cy="6230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52000" rtlCol="0" anchor="ctr"/>
          <a:lstStyle/>
          <a:p>
            <a:pPr lvl="6" algn="r"/>
            <a:r>
              <a:rPr lang="en-US" sz="1100" b="1">
                <a:solidFill>
                  <a:schemeClr val="bg1"/>
                </a:solidFill>
                <a:latin typeface="+mj-lt"/>
                <a:ea typeface="Helvetica Neue Light" panose="02000403000000020004" pitchFamily="2" charset="0"/>
                <a:cs typeface="Helvetica Neue Condensed" panose="02000503000000020004" pitchFamily="2" charset="0"/>
              </a:rPr>
              <a:t>    </a:t>
            </a:r>
            <a:r>
              <a:rPr lang="en-US" sz="1100" b="1">
                <a:solidFill>
                  <a:schemeClr val="bg1"/>
                </a:solidFill>
                <a:latin typeface="+mj-lt"/>
                <a:ea typeface="Segoe UI Historic" panose="020B0502040204020203" pitchFamily="34" charset="0"/>
                <a:cs typeface="Segoe UI Historic" panose="020B0502040204020203" pitchFamily="34" charset="0"/>
              </a:rPr>
              <a:t>SEATTLE | LOS ANGELES | HOUSTON | CHICAGO | ATLANTA | NEW JERSEY  | INDIA | DUBAI  | MALAYSIA | LONDON | ONTARIO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6CD2CA-BBC7-B3C7-D9F2-2ED470AE869F}"/>
              </a:ext>
            </a:extLst>
          </p:cNvPr>
          <p:cNvSpPr txBox="1"/>
          <p:nvPr userDrawn="1"/>
        </p:nvSpPr>
        <p:spPr>
          <a:xfrm>
            <a:off x="4082139" y="5806237"/>
            <a:ext cx="78281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2000">
                <a:solidFill>
                  <a:schemeClr val="bg1"/>
                </a:solidFill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Business-Led Technology Partners Delivering Real Digital Outcomes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C648C5-E49C-A0DC-2C07-239A8AC47514}"/>
              </a:ext>
            </a:extLst>
          </p:cNvPr>
          <p:cNvSpPr/>
          <p:nvPr userDrawn="1"/>
        </p:nvSpPr>
        <p:spPr>
          <a:xfrm>
            <a:off x="-1" y="1345984"/>
            <a:ext cx="10493827" cy="1411870"/>
          </a:xfrm>
          <a:prstGeom prst="rect">
            <a:avLst/>
          </a:prstGeom>
          <a:solidFill>
            <a:schemeClr val="bg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568D8A-4520-D710-0E33-7C418AD5B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79" y="1551467"/>
            <a:ext cx="9871107" cy="1000904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D88FA8-165C-E7F8-50FB-11FB0FB648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2806" y="6233500"/>
            <a:ext cx="2783598" cy="68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96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E5612-F6CE-791C-B7D3-5171DFA8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FDDBC-B557-201E-5F68-0DF854F58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BB0EC-2152-59EC-35D2-AA84B01B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26D3F-08A3-2EEA-5C06-1F2D8D8F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7AA3F-5219-4347-DD01-3BAE92A5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83249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CB76E-C8C4-7EB7-25D5-707480E89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177BB-82D1-DC79-CA67-4FB698D33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0C56C-BB59-4801-650C-D620EEA01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BC372-3509-C62C-477E-BFF62BCD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B89C-0071-601F-A083-89F1FB968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2010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5ECC-C07F-5B21-83D2-730C7634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9D84D-7A16-16BD-0801-584528DDC8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890FC-7FBA-5386-E6ED-349F833C4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333B4-BB93-D022-E2B2-780CE762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027E7-BB23-0813-09F0-F509AB3B1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E4A4A-B8C9-589C-A8AC-0B5BECBEF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5568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2949B-F216-9D2E-13CE-BF05E3DE9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C2BC9C-AEE5-9B4A-7C53-1A8E37484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FCC9F-CCBF-777F-C9B9-4E6797EC6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491854-CE2C-DBA9-BB38-1EA77547C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D399AD-DF6B-6CDB-44B4-F043C614D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80D4DD-E93F-00DF-3DD8-713D16BBB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BE50A-503D-5530-36FD-320C3192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7A0C3C-1E26-9230-614C-E73F5496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93207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11274147" cy="443198"/>
          </a:xfrm>
        </p:spPr>
        <p:txBody>
          <a:bodyPr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22634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404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123" y="228940"/>
            <a:ext cx="11274147" cy="387798"/>
          </a:xfrm>
        </p:spPr>
        <p:txBody>
          <a:bodyPr lIns="0" tIns="0" rIns="0" bIns="0" anchor="t">
            <a:spAutoFit/>
          </a:bodyPr>
          <a:lstStyle>
            <a:lvl1pPr>
              <a:defRPr sz="28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A1A2D4B-76D6-A174-F605-785C7DD41B7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54123" y="730937"/>
            <a:ext cx="3932237" cy="249299"/>
          </a:xfrm>
        </p:spPr>
        <p:txBody>
          <a:bodyPr vert="horz" lIns="0" tIns="0" rIns="0" bIns="0" rtlCol="0" anchor="t">
            <a:spAutoFit/>
          </a:bodyPr>
          <a:lstStyle>
            <a:lvl1pPr>
              <a:defRPr lang="en-US" sz="1800" b="0" dirty="0"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6263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11274147" cy="443198"/>
          </a:xfrm>
        </p:spPr>
        <p:txBody>
          <a:bodyPr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ayout_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86CD4E-F7A8-4A34-5000-E031C270F61E}"/>
              </a:ext>
            </a:extLst>
          </p:cNvPr>
          <p:cNvSpPr/>
          <p:nvPr userDrawn="1"/>
        </p:nvSpPr>
        <p:spPr>
          <a:xfrm>
            <a:off x="6144000" y="-1"/>
            <a:ext cx="6048000" cy="6877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5292000" cy="387798"/>
          </a:xfrm>
        </p:spPr>
        <p:txBody>
          <a:bodyPr lIns="0" tIns="0" rIns="0" bIns="0" anchor="t">
            <a:spAutoFit/>
          </a:bodyPr>
          <a:lstStyle>
            <a:lvl1pPr>
              <a:defRPr sz="28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14653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Layout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86CD4E-F7A8-4A34-5000-E031C270F61E}"/>
              </a:ext>
            </a:extLst>
          </p:cNvPr>
          <p:cNvSpPr/>
          <p:nvPr userDrawn="1"/>
        </p:nvSpPr>
        <p:spPr>
          <a:xfrm>
            <a:off x="8159750" y="-1"/>
            <a:ext cx="4032249" cy="68774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6" y="228940"/>
            <a:ext cx="7175587" cy="443198"/>
          </a:xfrm>
        </p:spPr>
        <p:txBody>
          <a:bodyPr wrap="square"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50531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13167EB-B2F6-6FBD-F5EA-E5243DC1465B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307B455-930D-654F-E389-171E89D2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42D5E9-C7A3-B829-8D31-4BC452FA61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260B51-C91F-18E3-AADE-90AD0365A450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11707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8B83B51-A7FF-F34A-BAEB-AA3B47A5E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39798"/>
            <a:ext cx="10319658" cy="1661993"/>
          </a:xfrm>
        </p:spPr>
        <p:txBody>
          <a:bodyPr wrap="square" lIns="0" tIns="0" rIns="0" bIns="0" anchor="b">
            <a:spAutoFit/>
          </a:bodyPr>
          <a:lstStyle>
            <a:lvl1pPr>
              <a:defRPr sz="60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EDD13DF-F0D6-B64E-04CB-24416E9CE3C3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787A303-BFDC-B726-47A1-0C61AAC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5CDDF0-1D39-9F57-A347-A0F9234A72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07C62E-6565-1A98-FF11-2F408EE8261E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508113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0623359-10D6-3152-656A-7F32730A30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2869C34-12CC-7129-1179-C3C9B37EBD97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121448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9622D-5C24-FC67-244F-6AE42B836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05D7A-CBAF-A287-A29C-5D155132A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112480-234F-6F2B-C718-8B51A4738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B8DF7-81C9-9E41-327D-74620452F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E3B9B-7642-1FCB-E16A-6F74FE963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15F24-86F7-0EAE-2F43-624658ED1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52410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61A3-841B-5BFF-387C-4BEC6D71C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4B200-7186-509C-D63A-C081CDE62C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787B4-E406-97E5-06AC-562087F7C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430ADF-47CB-68D7-2361-3CECBB32B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13D41-080C-D67B-91B2-D9CC4304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20D41-79A2-F45F-23DB-8BD69005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372851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0221-30B1-366D-1254-95442D4F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17A8A-5832-C2DC-85B1-C0E1B4E5C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CE863-0B7A-57C8-15FD-02E178C4E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C1DDF-C28C-DF13-09E2-D285E95F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77A0-7370-E830-2447-E36F7A497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09049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C2209E-53FE-F84A-3586-340E61CA0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3A8F47-712C-271A-BB2A-B3EC318EA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0C36-804F-2F04-D89C-30FA56FF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3C052-40FE-8526-EACD-98D74EF4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C7810-AD5D-DBDA-87E3-692DD8656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494923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1D40186-11F3-B640-ED33-FF43D3AB9515}"/>
              </a:ext>
            </a:extLst>
          </p:cNvPr>
          <p:cNvGrpSpPr/>
          <p:nvPr userDrawn="1"/>
        </p:nvGrpSpPr>
        <p:grpSpPr>
          <a:xfrm>
            <a:off x="0" y="6347011"/>
            <a:ext cx="12192000" cy="510989"/>
            <a:chOff x="0" y="6347011"/>
            <a:chExt cx="12192000" cy="51098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1F40CFD-10EB-50C6-4976-82576A273B19}"/>
                </a:ext>
              </a:extLst>
            </p:cNvPr>
            <p:cNvSpPr/>
            <p:nvPr/>
          </p:nvSpPr>
          <p:spPr>
            <a:xfrm>
              <a:off x="0" y="6421821"/>
              <a:ext cx="12192000" cy="436179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FA1A61-6899-07F6-02C6-101FE5EF9293}"/>
                </a:ext>
              </a:extLst>
            </p:cNvPr>
            <p:cNvSpPr/>
            <p:nvPr/>
          </p:nvSpPr>
          <p:spPr>
            <a:xfrm>
              <a:off x="451945" y="6347011"/>
              <a:ext cx="1723961" cy="510989"/>
            </a:xfrm>
            <a:prstGeom prst="rect">
              <a:avLst/>
            </a:prstGeom>
            <a:solidFill>
              <a:srgbClr val="D6040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1F71B5C-14B4-8B76-7FA8-0A94B0B67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2556" y="6406283"/>
              <a:ext cx="1626859" cy="409339"/>
            </a:xfrm>
            <a:prstGeom prst="rect">
              <a:avLst/>
            </a:prstGeom>
          </p:spPr>
        </p:pic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9EA582-3C07-3A32-0D16-C88247DB8668}"/>
              </a:ext>
            </a:extLst>
          </p:cNvPr>
          <p:cNvCxnSpPr>
            <a:cxnSpLocks/>
          </p:cNvCxnSpPr>
          <p:nvPr userDrawn="1"/>
        </p:nvCxnSpPr>
        <p:spPr>
          <a:xfrm>
            <a:off x="360983" y="110925"/>
            <a:ext cx="0" cy="697916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51FEE6-1C80-5EE7-6BA6-24D9894C3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9150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8058F9-2C0A-FF32-4EE2-5B9FECC7A01B}"/>
              </a:ext>
            </a:extLst>
          </p:cNvPr>
          <p:cNvCxnSpPr>
            <a:cxnSpLocks/>
          </p:cNvCxnSpPr>
          <p:nvPr userDrawn="1"/>
        </p:nvCxnSpPr>
        <p:spPr>
          <a:xfrm>
            <a:off x="256310" y="196188"/>
            <a:ext cx="0" cy="51501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2C56B17-7465-703C-01C7-C14FB5B603B8}"/>
              </a:ext>
            </a:extLst>
          </p:cNvPr>
          <p:cNvSpPr/>
          <p:nvPr userDrawn="1"/>
        </p:nvSpPr>
        <p:spPr>
          <a:xfrm>
            <a:off x="0" y="6547526"/>
            <a:ext cx="12192000" cy="3249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6"/>
            <a:endParaRPr lang="en-US" sz="1200" b="1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Condensed" panose="0200050300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696C96-D54A-404A-E064-061ABE3B7596}"/>
              </a:ext>
            </a:extLst>
          </p:cNvPr>
          <p:cNvGrpSpPr/>
          <p:nvPr userDrawn="1"/>
        </p:nvGrpSpPr>
        <p:grpSpPr>
          <a:xfrm>
            <a:off x="410094" y="6415267"/>
            <a:ext cx="1485381" cy="457200"/>
            <a:chOff x="410094" y="6113608"/>
            <a:chExt cx="2344292" cy="74439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F6B42A-FDA6-A7EF-0D58-14285327B3F7}"/>
                </a:ext>
              </a:extLst>
            </p:cNvPr>
            <p:cNvSpPr/>
            <p:nvPr userDrawn="1"/>
          </p:nvSpPr>
          <p:spPr>
            <a:xfrm>
              <a:off x="437357" y="6113608"/>
              <a:ext cx="2289767" cy="744391"/>
            </a:xfrm>
            <a:prstGeom prst="rect">
              <a:avLst/>
            </a:prstGeom>
            <a:solidFill>
              <a:srgbClr val="DB0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79522F3-E998-29AA-9D4A-2A013F601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10094" y="6199079"/>
              <a:ext cx="2344292" cy="580212"/>
            </a:xfrm>
            <a:prstGeom prst="rect">
              <a:avLst/>
            </a:prstGeom>
          </p:spPr>
        </p:pic>
      </p:grp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0DD51F5-5945-EB4B-321A-F0DD21E2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7146" y="6547526"/>
            <a:ext cx="2743200" cy="294016"/>
          </a:xfrm>
        </p:spPr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A833697-23CA-BEF0-E52D-3D82CB4C9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094" y="225093"/>
            <a:ext cx="10515600" cy="4572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28099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D686EA-514F-4EDA-A144-F8EB800715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14388" y="1662113"/>
            <a:ext cx="9636125" cy="3076142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1pPr>
            <a:lvl2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2pPr>
            <a:lvl3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3pPr>
            <a:lvl4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4pPr>
            <a:lvl5pPr>
              <a:defRPr sz="140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35701-85B7-40C9-889B-36F22DF2A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362" y="46113"/>
            <a:ext cx="11876112" cy="4409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Title of the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ACADC-51F9-4B3B-9B18-5CA2D3DD1D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23000" y="6318250"/>
            <a:ext cx="5459413" cy="409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Footer Details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A7E806-F4C5-442B-9185-B1F651A9EA1C}"/>
              </a:ext>
            </a:extLst>
          </p:cNvPr>
          <p:cNvCxnSpPr>
            <a:cxnSpLocks/>
          </p:cNvCxnSpPr>
          <p:nvPr/>
        </p:nvCxnSpPr>
        <p:spPr>
          <a:xfrm>
            <a:off x="94398" y="46113"/>
            <a:ext cx="0" cy="44099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6" descr="Taco Bell Logo – PNG e Vetor – Download de Logo">
            <a:extLst>
              <a:ext uri="{FF2B5EF4-FFF2-40B4-BE49-F238E27FC236}">
                <a16:creationId xmlns:a16="http://schemas.microsoft.com/office/drawing/2014/main" id="{7834F867-6E61-B9DD-5E16-618832F8A83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5637" y="113382"/>
            <a:ext cx="453859" cy="69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41603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D8058F9-2C0A-FF32-4EE2-5B9FECC7A01B}"/>
              </a:ext>
            </a:extLst>
          </p:cNvPr>
          <p:cNvCxnSpPr>
            <a:cxnSpLocks/>
          </p:cNvCxnSpPr>
          <p:nvPr userDrawn="1"/>
        </p:nvCxnSpPr>
        <p:spPr>
          <a:xfrm>
            <a:off x="514928" y="168479"/>
            <a:ext cx="0" cy="8571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72C56B17-7465-703C-01C7-C14FB5B603B8}"/>
              </a:ext>
            </a:extLst>
          </p:cNvPr>
          <p:cNvSpPr/>
          <p:nvPr userDrawn="1"/>
        </p:nvSpPr>
        <p:spPr>
          <a:xfrm>
            <a:off x="0" y="6547526"/>
            <a:ext cx="12192000" cy="3249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6"/>
            <a:endParaRPr lang="en-US" sz="1200" b="1">
              <a:solidFill>
                <a:schemeClr val="bg1"/>
              </a:solidFill>
              <a:latin typeface="Helvetica Neue Light" panose="02000403000000020004" pitchFamily="2" charset="0"/>
              <a:ea typeface="Helvetica Neue Light" panose="02000403000000020004" pitchFamily="2" charset="0"/>
              <a:cs typeface="Helvetica Neue Condensed" panose="02000503000000020004" pitchFamily="2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696C96-D54A-404A-E064-061ABE3B7596}"/>
              </a:ext>
            </a:extLst>
          </p:cNvPr>
          <p:cNvGrpSpPr/>
          <p:nvPr userDrawn="1"/>
        </p:nvGrpSpPr>
        <p:grpSpPr>
          <a:xfrm>
            <a:off x="410094" y="6415267"/>
            <a:ext cx="1485381" cy="457200"/>
            <a:chOff x="410094" y="6113608"/>
            <a:chExt cx="2344292" cy="74439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CF6B42A-FDA6-A7EF-0D58-14285327B3F7}"/>
                </a:ext>
              </a:extLst>
            </p:cNvPr>
            <p:cNvSpPr/>
            <p:nvPr userDrawn="1"/>
          </p:nvSpPr>
          <p:spPr>
            <a:xfrm>
              <a:off x="437357" y="6113608"/>
              <a:ext cx="2289767" cy="744391"/>
            </a:xfrm>
            <a:prstGeom prst="rect">
              <a:avLst/>
            </a:prstGeom>
            <a:solidFill>
              <a:srgbClr val="DB060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79522F3-E998-29AA-9D4A-2A013F6013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410094" y="6199079"/>
              <a:ext cx="2344292" cy="5802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37248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7FAE-9A90-8E8A-3E95-3E2D80A79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927" y="228940"/>
            <a:ext cx="11274147" cy="443198"/>
          </a:xfrm>
        </p:spPr>
        <p:txBody>
          <a:bodyPr lIns="0" tIns="0" rIns="0" bIns="0" anchor="t">
            <a:spAutoFit/>
          </a:bodyPr>
          <a:lstStyle>
            <a:lvl1pPr>
              <a:defRPr sz="3200" b="1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E8EDA1-762E-55C6-50C7-EF85AC218BCA}"/>
              </a:ext>
            </a:extLst>
          </p:cNvPr>
          <p:cNvSpPr/>
          <p:nvPr userDrawn="1"/>
        </p:nvSpPr>
        <p:spPr>
          <a:xfrm rot="5400000">
            <a:off x="11601247" y="6286705"/>
            <a:ext cx="476654" cy="704849"/>
          </a:xfrm>
          <a:custGeom>
            <a:avLst/>
            <a:gdLst>
              <a:gd name="connsiteX0" fmla="*/ 0 w 560858"/>
              <a:gd name="connsiteY0" fmla="*/ 0 h 557940"/>
              <a:gd name="connsiteX1" fmla="*/ 560858 w 560858"/>
              <a:gd name="connsiteY1" fmla="*/ 0 h 557940"/>
              <a:gd name="connsiteX2" fmla="*/ 560858 w 560858"/>
              <a:gd name="connsiteY2" fmla="*/ 557940 h 557940"/>
              <a:gd name="connsiteX3" fmla="*/ 546163 w 560858"/>
              <a:gd name="connsiteY3" fmla="*/ 556459 h 557940"/>
              <a:gd name="connsiteX4" fmla="*/ 1154 w 560858"/>
              <a:gd name="connsiteY4" fmla="*/ 11450 h 557940"/>
              <a:gd name="connsiteX5" fmla="*/ 0 w 560858"/>
              <a:gd name="connsiteY5" fmla="*/ 0 h 557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0858" h="557940">
                <a:moveTo>
                  <a:pt x="0" y="0"/>
                </a:moveTo>
                <a:lnTo>
                  <a:pt x="560858" y="0"/>
                </a:lnTo>
                <a:lnTo>
                  <a:pt x="560858" y="557940"/>
                </a:lnTo>
                <a:lnTo>
                  <a:pt x="546163" y="556459"/>
                </a:lnTo>
                <a:cubicBezTo>
                  <a:pt x="272601" y="500479"/>
                  <a:pt x="57134" y="285013"/>
                  <a:pt x="1154" y="11450"/>
                </a:cubicBezTo>
                <a:lnTo>
                  <a:pt x="0" y="0"/>
                </a:lnTo>
                <a:close/>
              </a:path>
            </a:pathLst>
          </a:custGeom>
          <a:solidFill>
            <a:srgbClr val="D727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ECFDB3-753B-9524-A1E2-4F6C389A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‹#›</a:t>
            </a:fld>
            <a:endParaRPr lang="en-N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C6ED4E-EFD9-C56B-35ED-CA02745905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466" t="19143" r="6466" b="19143"/>
          <a:stretch/>
        </p:blipFill>
        <p:spPr>
          <a:xfrm>
            <a:off x="254123" y="6558288"/>
            <a:ext cx="1213519" cy="21276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3F17C1D-CCA4-D609-3557-1517317358F5}"/>
              </a:ext>
            </a:extLst>
          </p:cNvPr>
          <p:cNvSpPr/>
          <p:nvPr userDrawn="1"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A1A2D4B-76D6-A174-F605-785C7DD41B7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458927" y="730937"/>
            <a:ext cx="3932237" cy="249299"/>
          </a:xfrm>
        </p:spPr>
        <p:txBody>
          <a:bodyPr vert="horz" lIns="0" tIns="0" rIns="0" bIns="0" rtlCol="0" anchor="t">
            <a:spAutoFit/>
          </a:bodyPr>
          <a:lstStyle>
            <a:lvl1pPr>
              <a:defRPr lang="en-US" sz="1800" b="0" dirty="0">
                <a:latin typeface="+mn-lt"/>
                <a:ea typeface="+mj-ea"/>
                <a:cs typeface="Segoe UI" panose="020B0502040204020203" pitchFamily="34" charset="0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317995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Title Here (Go Header &amp; Footer to edit this text)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15689" y="6257925"/>
            <a:ext cx="533400" cy="1968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AA3FBC-51B8-426A-8893-284E5C1F6D1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3333163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209125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9085089" y="3386667"/>
            <a:ext cx="2664000" cy="2764899"/>
          </a:xfrm>
        </p:spPr>
        <p:txBody>
          <a:bodyPr rIns="91440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152396" indent="-1523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marL="717533" indent="-241294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marL="1073124" indent="-234945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Content Placeholder 2"/>
          <p:cNvSpPr>
            <a:spLocks noGrp="1"/>
          </p:cNvSpPr>
          <p:nvPr>
            <p:ph idx="17"/>
          </p:nvPr>
        </p:nvSpPr>
        <p:spPr>
          <a:xfrm>
            <a:off x="457200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8"/>
          </p:nvPr>
        </p:nvSpPr>
        <p:spPr>
          <a:xfrm>
            <a:off x="3333163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"/>
          <p:cNvSpPr>
            <a:spLocks noGrp="1"/>
          </p:cNvSpPr>
          <p:nvPr>
            <p:ph idx="19"/>
          </p:nvPr>
        </p:nvSpPr>
        <p:spPr>
          <a:xfrm>
            <a:off x="6209125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20"/>
          </p:nvPr>
        </p:nvSpPr>
        <p:spPr>
          <a:xfrm>
            <a:off x="9085089" y="2108201"/>
            <a:ext cx="2664000" cy="1070415"/>
          </a:xfrm>
        </p:spPr>
        <p:txBody>
          <a:bodyPr rIns="91440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152396" indent="-152396">
              <a:spcBef>
                <a:spcPts val="0"/>
              </a:spcBef>
              <a:defRPr/>
            </a:lvl3pPr>
            <a:lvl4pPr marL="717533" indent="-241294">
              <a:spcBef>
                <a:spcPts val="0"/>
              </a:spcBef>
              <a:defRPr/>
            </a:lvl4pPr>
            <a:lvl5pPr marL="1073124" indent="-234945"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822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ur photos_with Cap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58661F-95C1-B4E4-0A23-B8DF22E7890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5842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0B31DB7-7E61-84AD-6FD2-E7035923C5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575104"/>
            <a:ext cx="253569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C05A197-25AD-0D46-72B3-478F9182C5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C00AC3-107E-A09F-8DF5-09CDA496E0E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ltGray">
          <a:xfrm>
            <a:off x="34290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E8CE4D2-B387-0A2B-B7D1-7F14B892048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13125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6618941-6CC1-7AAC-4FE2-94D7D46F79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2218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A62A022-68CB-A937-A489-4F6F1B7467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62484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7F06D45-B145-3780-49F6-BE617DDBDE4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0462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B0B40D6-1117-8B24-4089-BB3CEF4DAF3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34836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41013BA-5459-4F89-B59D-0ADC194876D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7800" y="2284412"/>
            <a:ext cx="2538413" cy="1997075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9C586E8F-D3A3-C215-76A4-E3A03A5104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076259" y="4575104"/>
            <a:ext cx="2534111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311900E2-1D2D-6D0A-7E29-8FAEA637B2C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2208" y="4976443"/>
            <a:ext cx="2534635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8484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AC1C9-5CB2-5AD0-6F47-B81D9994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AF3C9-F900-6044-F6C5-82DC7ED76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91849-A017-1CD7-1A69-983AE4DC4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279B9-8C62-485D-9998-D69AA4ADA18A}" type="datetimeFigureOut">
              <a:rPr lang="en-NZ" smtClean="0"/>
              <a:t>10/03/2026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CA542-95BC-D7BE-3264-443023CD7D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697CC-3704-8777-4719-0E825AF3A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EC7B1-D403-4071-8437-B18E6AC995FD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7771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BDACE6-625A-36D8-4FA5-10157007D3F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23" t="39448" r="34510" b="2068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4A1E12-72E4-0D12-3EC5-1A0C2FBE7980}"/>
              </a:ext>
            </a:extLst>
          </p:cNvPr>
          <p:cNvSpPr/>
          <p:nvPr/>
        </p:nvSpPr>
        <p:spPr>
          <a:xfrm>
            <a:off x="-1" y="1782450"/>
            <a:ext cx="6676571" cy="16465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itle 1">
            <a:extLst>
              <a:ext uri="{FF2B5EF4-FFF2-40B4-BE49-F238E27FC236}">
                <a16:creationId xmlns:a16="http://schemas.microsoft.com/office/drawing/2014/main" id="{54EA1319-70DA-8BA1-AF6B-FFA1C1C30967}"/>
              </a:ext>
            </a:extLst>
          </p:cNvPr>
          <p:cNvSpPr txBox="1">
            <a:spLocks/>
          </p:cNvSpPr>
          <p:nvPr/>
        </p:nvSpPr>
        <p:spPr>
          <a:xfrm>
            <a:off x="228600" y="2068055"/>
            <a:ext cx="5550535" cy="110799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+mj-ea"/>
                <a:cs typeface="+mj-cs"/>
              </a:rPr>
              <a:t>Building a Copilot-Powered BI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CBB19B-CD80-F9FF-A693-1B6D4BDD4C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66" t="19143" r="6466" b="19143"/>
          <a:stretch/>
        </p:blipFill>
        <p:spPr>
          <a:xfrm>
            <a:off x="228599" y="6081487"/>
            <a:ext cx="3403697" cy="596752"/>
          </a:xfrm>
          <a:prstGeom prst="rect">
            <a:avLst/>
          </a:prstGeom>
        </p:spPr>
      </p:pic>
      <p:pic>
        <p:nvPicPr>
          <p:cNvPr id="8" name="Picture 7" descr="A digital image of a circuit board&#10;&#10;Description automatically generated">
            <a:extLst>
              <a:ext uri="{FF2B5EF4-FFF2-40B4-BE49-F238E27FC236}">
                <a16:creationId xmlns:a16="http://schemas.microsoft.com/office/drawing/2014/main" id="{211BFBBF-753F-411A-7897-C0C08A6475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3" r="4873"/>
          <a:stretch>
            <a:fillRect/>
          </a:stretch>
        </p:blipFill>
        <p:spPr>
          <a:xfrm>
            <a:off x="6002394" y="0"/>
            <a:ext cx="6189605" cy="6858000"/>
          </a:xfrm>
          <a:custGeom>
            <a:avLst/>
            <a:gdLst>
              <a:gd name="csX0" fmla="*/ 253778 w 6189604"/>
              <a:gd name="csY0" fmla="*/ 0 h 6857999"/>
              <a:gd name="csX1" fmla="*/ 663370 w 6189604"/>
              <a:gd name="csY1" fmla="*/ 0 h 6857999"/>
              <a:gd name="csX2" fmla="*/ 569602 w 6189604"/>
              <a:gd name="csY2" fmla="*/ 435886 h 6857999"/>
              <a:gd name="csX3" fmla="*/ 569594 w 6189604"/>
              <a:gd name="csY3" fmla="*/ 435935 h 6857999"/>
              <a:gd name="csX4" fmla="*/ 509658 w 6189604"/>
              <a:gd name="csY4" fmla="*/ 775036 h 6857999"/>
              <a:gd name="csX5" fmla="*/ 504549 w 6189604"/>
              <a:gd name="csY5" fmla="*/ 811428 h 6857999"/>
              <a:gd name="csX6" fmla="*/ 499447 w 6189604"/>
              <a:gd name="csY6" fmla="*/ 840883 h 6857999"/>
              <a:gd name="csX7" fmla="*/ 488310 w 6189604"/>
              <a:gd name="csY7" fmla="*/ 927103 h 6857999"/>
              <a:gd name="csX8" fmla="*/ 464325 w 6189604"/>
              <a:gd name="csY8" fmla="*/ 1097956 h 6857999"/>
              <a:gd name="csX9" fmla="*/ 457034 w 6189604"/>
              <a:gd name="csY9" fmla="*/ 1169244 h 6857999"/>
              <a:gd name="csX10" fmla="*/ 450113 w 6189604"/>
              <a:gd name="csY10" fmla="*/ 1222821 h 6857999"/>
              <a:gd name="csX11" fmla="*/ 444044 w 6189604"/>
              <a:gd name="csY11" fmla="*/ 1296241 h 6857999"/>
              <a:gd name="csX12" fmla="*/ 432846 w 6189604"/>
              <a:gd name="csY12" fmla="*/ 1405728 h 6857999"/>
              <a:gd name="csX13" fmla="*/ 426150 w 6189604"/>
              <a:gd name="csY13" fmla="*/ 1512725 h 6857999"/>
              <a:gd name="csX14" fmla="*/ 420294 w 6189604"/>
              <a:gd name="csY14" fmla="*/ 1583571 h 6857999"/>
              <a:gd name="csX15" fmla="*/ 418600 w 6189604"/>
              <a:gd name="csY15" fmla="*/ 1633352 h 6857999"/>
              <a:gd name="csX16" fmla="*/ 414464 w 6189604"/>
              <a:gd name="csY16" fmla="*/ 1699439 h 6857999"/>
              <a:gd name="csX17" fmla="*/ 408680 w 6189604"/>
              <a:gd name="csY17" fmla="*/ 1925003 h 6857999"/>
              <a:gd name="csX18" fmla="*/ 408680 w 6189604"/>
              <a:gd name="csY18" fmla="*/ 1925009 h 6857999"/>
              <a:gd name="csX19" fmla="*/ 408680 w 6189604"/>
              <a:gd name="csY19" fmla="*/ 1925011 h 6857999"/>
              <a:gd name="csX20" fmla="*/ 408680 w 6189604"/>
              <a:gd name="csY20" fmla="*/ 1925003 h 6857999"/>
              <a:gd name="csX21" fmla="*/ 418600 w 6189604"/>
              <a:gd name="csY21" fmla="*/ 1633352 h 6857999"/>
              <a:gd name="csX22" fmla="*/ 426150 w 6189604"/>
              <a:gd name="csY22" fmla="*/ 1512725 h 6857999"/>
              <a:gd name="csX23" fmla="*/ 444044 w 6189604"/>
              <a:gd name="csY23" fmla="*/ 1296241 h 6857999"/>
              <a:gd name="csX24" fmla="*/ 457034 w 6189604"/>
              <a:gd name="csY24" fmla="*/ 1169244 h 6857999"/>
              <a:gd name="csX25" fmla="*/ 488310 w 6189604"/>
              <a:gd name="csY25" fmla="*/ 927103 h 6857999"/>
              <a:gd name="csX26" fmla="*/ 504549 w 6189604"/>
              <a:gd name="csY26" fmla="*/ 811428 h 6857999"/>
              <a:gd name="csX27" fmla="*/ 569594 w 6189604"/>
              <a:gd name="csY27" fmla="*/ 435935 h 6857999"/>
              <a:gd name="csX28" fmla="*/ 569602 w 6189604"/>
              <a:gd name="csY28" fmla="*/ 435887 h 6857999"/>
              <a:gd name="csX29" fmla="*/ 663370 w 6189604"/>
              <a:gd name="csY29" fmla="*/ 0 h 6857999"/>
              <a:gd name="csX30" fmla="*/ 6189604 w 6189604"/>
              <a:gd name="csY30" fmla="*/ 0 h 6857999"/>
              <a:gd name="csX31" fmla="*/ 6189604 w 6189604"/>
              <a:gd name="csY31" fmla="*/ 6857999 h 6857999"/>
              <a:gd name="csX32" fmla="*/ 6189602 w 6189604"/>
              <a:gd name="csY32" fmla="*/ 6857999 h 6857999"/>
              <a:gd name="csX33" fmla="*/ 1808522 w 6189604"/>
              <a:gd name="csY33" fmla="*/ 6857999 h 6857999"/>
              <a:gd name="csX34" fmla="*/ 1371738 w 6189604"/>
              <a:gd name="csY34" fmla="*/ 6857999 h 6857999"/>
              <a:gd name="csX35" fmla="*/ 1355694 w 6189604"/>
              <a:gd name="csY35" fmla="*/ 6807841 h 6857999"/>
              <a:gd name="csX36" fmla="*/ 223222 w 6189604"/>
              <a:gd name="csY36" fmla="*/ 135683 h 68579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6189604" h="6857999">
                <a:moveTo>
                  <a:pt x="253778" y="0"/>
                </a:moveTo>
                <a:lnTo>
                  <a:pt x="663370" y="0"/>
                </a:lnTo>
                <a:lnTo>
                  <a:pt x="569602" y="435886"/>
                </a:lnTo>
                <a:lnTo>
                  <a:pt x="569594" y="435935"/>
                </a:lnTo>
                <a:lnTo>
                  <a:pt x="509658" y="775036"/>
                </a:lnTo>
                <a:lnTo>
                  <a:pt x="504549" y="811428"/>
                </a:lnTo>
                <a:lnTo>
                  <a:pt x="499447" y="840883"/>
                </a:lnTo>
                <a:lnTo>
                  <a:pt x="488310" y="927103"/>
                </a:lnTo>
                <a:lnTo>
                  <a:pt x="464325" y="1097956"/>
                </a:lnTo>
                <a:lnTo>
                  <a:pt x="457034" y="1169244"/>
                </a:lnTo>
                <a:lnTo>
                  <a:pt x="450113" y="1222821"/>
                </a:lnTo>
                <a:lnTo>
                  <a:pt x="444044" y="1296241"/>
                </a:lnTo>
                <a:lnTo>
                  <a:pt x="432846" y="1405728"/>
                </a:lnTo>
                <a:lnTo>
                  <a:pt x="426150" y="1512725"/>
                </a:lnTo>
                <a:lnTo>
                  <a:pt x="420294" y="1583571"/>
                </a:lnTo>
                <a:lnTo>
                  <a:pt x="418600" y="1633352"/>
                </a:lnTo>
                <a:lnTo>
                  <a:pt x="414464" y="1699439"/>
                </a:lnTo>
                <a:lnTo>
                  <a:pt x="408680" y="1925003"/>
                </a:lnTo>
                <a:lnTo>
                  <a:pt x="408680" y="1925009"/>
                </a:lnTo>
                <a:lnTo>
                  <a:pt x="408680" y="1925011"/>
                </a:lnTo>
                <a:lnTo>
                  <a:pt x="408680" y="1925003"/>
                </a:lnTo>
                <a:lnTo>
                  <a:pt x="418600" y="1633352"/>
                </a:lnTo>
                <a:lnTo>
                  <a:pt x="426150" y="1512725"/>
                </a:lnTo>
                <a:lnTo>
                  <a:pt x="444044" y="1296241"/>
                </a:lnTo>
                <a:lnTo>
                  <a:pt x="457034" y="1169244"/>
                </a:lnTo>
                <a:lnTo>
                  <a:pt x="488310" y="927103"/>
                </a:lnTo>
                <a:lnTo>
                  <a:pt x="504549" y="811428"/>
                </a:lnTo>
                <a:lnTo>
                  <a:pt x="569594" y="435935"/>
                </a:lnTo>
                <a:lnTo>
                  <a:pt x="569602" y="435887"/>
                </a:lnTo>
                <a:lnTo>
                  <a:pt x="663370" y="0"/>
                </a:lnTo>
                <a:lnTo>
                  <a:pt x="6189604" y="0"/>
                </a:lnTo>
                <a:lnTo>
                  <a:pt x="6189604" y="6857999"/>
                </a:lnTo>
                <a:lnTo>
                  <a:pt x="6189602" y="6857999"/>
                </a:lnTo>
                <a:lnTo>
                  <a:pt x="1808522" y="6857999"/>
                </a:lnTo>
                <a:lnTo>
                  <a:pt x="1371738" y="6857999"/>
                </a:lnTo>
                <a:lnTo>
                  <a:pt x="1355694" y="6807841"/>
                </a:lnTo>
                <a:cubicBezTo>
                  <a:pt x="611054" y="4580673"/>
                  <a:pt x="-471777" y="3367817"/>
                  <a:pt x="223222" y="135683"/>
                </a:cubicBezTo>
                <a:close/>
              </a:path>
            </a:pathLst>
          </a:custGeom>
        </p:spPr>
      </p:pic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4BDB557-5620-CD25-0B70-B883CAB35692}"/>
              </a:ext>
            </a:extLst>
          </p:cNvPr>
          <p:cNvSpPr/>
          <p:nvPr/>
        </p:nvSpPr>
        <p:spPr>
          <a:xfrm rot="5400000">
            <a:off x="5872410" y="538410"/>
            <a:ext cx="6858000" cy="5781180"/>
          </a:xfrm>
          <a:custGeom>
            <a:avLst/>
            <a:gdLst>
              <a:gd name="csX0" fmla="*/ 0 w 6858000"/>
              <a:gd name="csY0" fmla="*/ 5526234 h 5781180"/>
              <a:gd name="csX1" fmla="*/ 0 w 6858000"/>
              <a:gd name="csY1" fmla="*/ 0 h 5781180"/>
              <a:gd name="csX2" fmla="*/ 6858000 w 6858000"/>
              <a:gd name="csY2" fmla="*/ 0 h 5781180"/>
              <a:gd name="csX3" fmla="*/ 6858000 w 6858000"/>
              <a:gd name="csY3" fmla="*/ 4381081 h 5781180"/>
              <a:gd name="csX4" fmla="*/ 6693668 w 6858000"/>
              <a:gd name="csY4" fmla="*/ 4427847 h 5781180"/>
              <a:gd name="csX5" fmla="*/ 435887 w 6858000"/>
              <a:gd name="csY5" fmla="*/ 5620002 h 5781180"/>
              <a:gd name="csX6" fmla="*/ 0 w 6858000"/>
              <a:gd name="csY6" fmla="*/ 5526234 h 57811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6858000" h="5781180">
                <a:moveTo>
                  <a:pt x="0" y="5526234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381081"/>
                </a:lnTo>
                <a:lnTo>
                  <a:pt x="6693668" y="4427847"/>
                </a:lnTo>
                <a:cubicBezTo>
                  <a:pt x="4477410" y="5093545"/>
                  <a:pt x="3402303" y="6196008"/>
                  <a:pt x="435887" y="5620002"/>
                </a:cubicBezTo>
                <a:lnTo>
                  <a:pt x="0" y="5526234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09861A01-F6F9-8FA3-C63C-0FFC45BC0DED}"/>
              </a:ext>
            </a:extLst>
          </p:cNvPr>
          <p:cNvSpPr/>
          <p:nvPr/>
        </p:nvSpPr>
        <p:spPr>
          <a:xfrm rot="5400000">
            <a:off x="5668198" y="334199"/>
            <a:ext cx="6858000" cy="6189602"/>
          </a:xfrm>
          <a:custGeom>
            <a:avLst/>
            <a:gdLst>
              <a:gd name="csX0" fmla="*/ 0 w 6858000"/>
              <a:gd name="csY0" fmla="*/ 5935824 h 6189602"/>
              <a:gd name="csX1" fmla="*/ 0 w 6858000"/>
              <a:gd name="csY1" fmla="*/ 5526233 h 6189602"/>
              <a:gd name="csX2" fmla="*/ 435886 w 6858000"/>
              <a:gd name="csY2" fmla="*/ 5620001 h 6189602"/>
              <a:gd name="csX3" fmla="*/ 6693667 w 6858000"/>
              <a:gd name="csY3" fmla="*/ 4427846 h 6189602"/>
              <a:gd name="csX4" fmla="*/ 6857999 w 6858000"/>
              <a:gd name="csY4" fmla="*/ 4381080 h 6189602"/>
              <a:gd name="csX5" fmla="*/ 6857999 w 6858000"/>
              <a:gd name="csY5" fmla="*/ 0 h 6189602"/>
              <a:gd name="csX6" fmla="*/ 6858000 w 6858000"/>
              <a:gd name="csY6" fmla="*/ 0 h 6189602"/>
              <a:gd name="csX7" fmla="*/ 6857999 w 6858000"/>
              <a:gd name="csY7" fmla="*/ 4817864 h 6189602"/>
              <a:gd name="csX8" fmla="*/ 6807842 w 6858000"/>
              <a:gd name="csY8" fmla="*/ 4833908 h 6189602"/>
              <a:gd name="csX9" fmla="*/ 135683 w 6858000"/>
              <a:gd name="csY9" fmla="*/ 5966381 h 61896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858000" h="6189602">
                <a:moveTo>
                  <a:pt x="0" y="5935824"/>
                </a:moveTo>
                <a:lnTo>
                  <a:pt x="0" y="5526233"/>
                </a:lnTo>
                <a:lnTo>
                  <a:pt x="435886" y="5620001"/>
                </a:lnTo>
                <a:cubicBezTo>
                  <a:pt x="3402302" y="6196007"/>
                  <a:pt x="4477409" y="5093544"/>
                  <a:pt x="6693667" y="4427846"/>
                </a:cubicBezTo>
                <a:lnTo>
                  <a:pt x="6857999" y="4381080"/>
                </a:lnTo>
                <a:lnTo>
                  <a:pt x="6857999" y="0"/>
                </a:lnTo>
                <a:lnTo>
                  <a:pt x="6858000" y="0"/>
                </a:lnTo>
                <a:lnTo>
                  <a:pt x="6857999" y="4817864"/>
                </a:lnTo>
                <a:lnTo>
                  <a:pt x="6807842" y="4833908"/>
                </a:lnTo>
                <a:cubicBezTo>
                  <a:pt x="4580673" y="5578548"/>
                  <a:pt x="3367818" y="6661380"/>
                  <a:pt x="135683" y="5966381"/>
                </a:cubicBezTo>
                <a:close/>
              </a:path>
            </a:pathLst>
          </a:custGeom>
          <a:solidFill>
            <a:schemeClr val="accent1">
              <a:lumMod val="50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8622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EE6696F0-6121-927D-66D6-010A6CFF4906}"/>
              </a:ext>
            </a:extLst>
          </p:cNvPr>
          <p:cNvGrpSpPr/>
          <p:nvPr/>
        </p:nvGrpSpPr>
        <p:grpSpPr>
          <a:xfrm flipH="1">
            <a:off x="81667" y="0"/>
            <a:ext cx="11462650" cy="6248400"/>
            <a:chOff x="457200" y="0"/>
            <a:chExt cx="11462650" cy="624840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B6E4AC6-C018-D9BF-8E07-19A3A30F5BE2}"/>
                </a:ext>
              </a:extLst>
            </p:cNvPr>
            <p:cNvSpPr/>
            <p:nvPr/>
          </p:nvSpPr>
          <p:spPr>
            <a:xfrm>
              <a:off x="457200" y="438150"/>
              <a:ext cx="10420350" cy="5810250"/>
            </a:xfrm>
            <a:custGeom>
              <a:avLst/>
              <a:gdLst>
                <a:gd name="csX0" fmla="*/ 8077200 w 9772650"/>
                <a:gd name="csY0" fmla="*/ 0 h 5810250"/>
                <a:gd name="csX1" fmla="*/ 0 w 9772650"/>
                <a:gd name="csY1" fmla="*/ 0 h 5810250"/>
                <a:gd name="csX2" fmla="*/ 0 w 9772650"/>
                <a:gd name="csY2" fmla="*/ 5810250 h 5810250"/>
                <a:gd name="csX3" fmla="*/ 9772650 w 9772650"/>
                <a:gd name="csY3" fmla="*/ 5810250 h 58102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9772650" h="5810250">
                  <a:moveTo>
                    <a:pt x="8077200" y="0"/>
                  </a:moveTo>
                  <a:lnTo>
                    <a:pt x="0" y="0"/>
                  </a:lnTo>
                  <a:lnTo>
                    <a:pt x="0" y="5810250"/>
                  </a:lnTo>
                  <a:lnTo>
                    <a:pt x="9772650" y="5810250"/>
                  </a:lnTo>
                </a:path>
              </a:pathLst>
            </a:custGeom>
            <a:noFill/>
            <a:ln w="7620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FD0B102D-4E40-7628-6037-D4E566047FB5}"/>
                </a:ext>
              </a:extLst>
            </p:cNvPr>
            <p:cNvGrpSpPr/>
            <p:nvPr/>
          </p:nvGrpSpPr>
          <p:grpSpPr>
            <a:xfrm>
              <a:off x="8420999" y="0"/>
              <a:ext cx="3498851" cy="3333750"/>
              <a:chOff x="8420999" y="0"/>
              <a:chExt cx="3498851" cy="3333750"/>
            </a:xfrm>
          </p:grpSpPr>
          <p:pic>
            <p:nvPicPr>
              <p:cNvPr id="22" name="Picture 21" descr="A digital image of a circuit board&#10;&#10;Description automatically generated">
                <a:extLst>
                  <a:ext uri="{FF2B5EF4-FFF2-40B4-BE49-F238E27FC236}">
                    <a16:creationId xmlns:a16="http://schemas.microsoft.com/office/drawing/2014/main" id="{7783BD5B-2C57-6103-D125-DC3A3CB53E4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359" b="2359"/>
              <a:stretch>
                <a:fillRect/>
              </a:stretch>
            </p:blipFill>
            <p:spPr>
              <a:xfrm>
                <a:off x="8421001" y="0"/>
                <a:ext cx="3498849" cy="3333750"/>
              </a:xfrm>
              <a:prstGeom prst="rect">
                <a:avLst/>
              </a:prstGeom>
            </p:spPr>
          </p:pic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CC2432E-B95F-3267-73EF-76192B8FCE6D}"/>
                  </a:ext>
                </a:extLst>
              </p:cNvPr>
              <p:cNvSpPr/>
              <p:nvPr/>
            </p:nvSpPr>
            <p:spPr>
              <a:xfrm>
                <a:off x="8421000" y="0"/>
                <a:ext cx="3498849" cy="3333750"/>
              </a:xfrm>
              <a:prstGeom prst="rect">
                <a:avLst/>
              </a:prstGeom>
              <a:solidFill>
                <a:schemeClr val="accent2">
                  <a:alpha val="51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4A588B4-02C5-09B5-D899-D7D2A2A63C9C}"/>
                  </a:ext>
                </a:extLst>
              </p:cNvPr>
              <p:cNvSpPr/>
              <p:nvPr/>
            </p:nvSpPr>
            <p:spPr>
              <a:xfrm>
                <a:off x="8420999" y="4495"/>
                <a:ext cx="3498850" cy="990600"/>
              </a:xfrm>
              <a:prstGeom prst="rect">
                <a:avLst/>
              </a:prstGeom>
              <a:solidFill>
                <a:schemeClr val="accent2"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sz="6000" b="1" dirty="0"/>
                  <a:t>Agenda</a:t>
                </a:r>
                <a:endParaRPr lang="en-US" sz="6000" b="1" dirty="0">
                  <a:solidFill>
                    <a:prstClr val="white"/>
                  </a:solidFill>
                  <a:latin typeface="Aptos" panose="02110004020202020204"/>
                </a:endParaRPr>
              </a:p>
            </p:txBody>
          </p:sp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6E6E0EEF-E1E0-564C-7F8F-6C0C95443C22}"/>
              </a:ext>
            </a:extLst>
          </p:cNvPr>
          <p:cNvGrpSpPr/>
          <p:nvPr/>
        </p:nvGrpSpPr>
        <p:grpSpPr>
          <a:xfrm>
            <a:off x="3802248" y="711200"/>
            <a:ext cx="2061509" cy="2326104"/>
            <a:chOff x="3802248" y="711200"/>
            <a:chExt cx="2061509" cy="2326104"/>
          </a:xfrm>
        </p:grpSpPr>
        <p:sp>
          <p:nvSpPr>
            <p:cNvPr id="6" name="Text Placeholder 2">
              <a:extLst>
                <a:ext uri="{FF2B5EF4-FFF2-40B4-BE49-F238E27FC236}">
                  <a16:creationId xmlns:a16="http://schemas.microsoft.com/office/drawing/2014/main" id="{BBE1A53A-C764-2BC4-7B5E-A3D260B41AD0}"/>
                </a:ext>
              </a:extLst>
            </p:cNvPr>
            <p:cNvSpPr txBox="1">
              <a:spLocks/>
            </p:cNvSpPr>
            <p:nvPr/>
          </p:nvSpPr>
          <p:spPr>
            <a:xfrm>
              <a:off x="3802248" y="1849286"/>
              <a:ext cx="2061509" cy="118801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spcAft>
                  <a:spcPts val="600"/>
                </a:spcAft>
                <a:buFont typeface="Arial" panose="020B0604020202020204" pitchFamily="34" charset="0"/>
                <a:buNone/>
              </a:pPr>
              <a:r>
                <a:rPr lang="en-US" sz="1800" b="1" dirty="0"/>
                <a:t>Business Problem</a:t>
              </a:r>
            </a:p>
            <a:p>
              <a:pPr marL="0" indent="0"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400" dirty="0">
                  <a:cs typeface="Segoe UI"/>
                </a:rPr>
                <a:t>Identifying business challenges and inefficiencies that Agent is designed to solve.</a:t>
              </a:r>
              <a:endParaRPr lang="en-US" sz="1400" dirty="0">
                <a:ea typeface="Calibri"/>
                <a:cs typeface="Segoe UI"/>
              </a:endParaRP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803F616-80DD-939F-E23E-CFB592B6E8F7}"/>
                </a:ext>
              </a:extLst>
            </p:cNvPr>
            <p:cNvGrpSpPr/>
            <p:nvPr/>
          </p:nvGrpSpPr>
          <p:grpSpPr>
            <a:xfrm>
              <a:off x="4350602" y="711200"/>
              <a:ext cx="964800" cy="921214"/>
              <a:chOff x="-6980468" y="1359607"/>
              <a:chExt cx="4876800" cy="4290488"/>
            </a:xfrm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66039170-2047-0DC8-86BC-CBB9476258DB}"/>
                  </a:ext>
                </a:extLst>
              </p:cNvPr>
              <p:cNvSpPr/>
              <p:nvPr/>
            </p:nvSpPr>
            <p:spPr>
              <a:xfrm>
                <a:off x="-6980468" y="2449648"/>
                <a:ext cx="4876800" cy="3200447"/>
              </a:xfrm>
              <a:custGeom>
                <a:avLst/>
                <a:gdLst>
                  <a:gd name="csX0" fmla="*/ 0 w 4876800"/>
                  <a:gd name="csY0" fmla="*/ 0 h 3200447"/>
                  <a:gd name="csX1" fmla="*/ 0 w 4876800"/>
                  <a:gd name="csY1" fmla="*/ 3200448 h 3200447"/>
                  <a:gd name="csX2" fmla="*/ 4876800 w 4876800"/>
                  <a:gd name="csY2" fmla="*/ 3200448 h 3200447"/>
                  <a:gd name="csX3" fmla="*/ 4876800 w 4876800"/>
                  <a:gd name="csY3" fmla="*/ 0 h 3200447"/>
                  <a:gd name="csX4" fmla="*/ 0 w 4876800"/>
                  <a:gd name="csY4" fmla="*/ 0 h 3200447"/>
                  <a:gd name="csX5" fmla="*/ 4572000 w 4876800"/>
                  <a:gd name="csY5" fmla="*/ 1025957 h 3200447"/>
                  <a:gd name="csX6" fmla="*/ 2895648 w 4876800"/>
                  <a:gd name="csY6" fmla="*/ 1025957 h 3200447"/>
                  <a:gd name="csX7" fmla="*/ 2895648 w 4876800"/>
                  <a:gd name="csY7" fmla="*/ 1330757 h 3200447"/>
                  <a:gd name="csX8" fmla="*/ 4572000 w 4876800"/>
                  <a:gd name="csY8" fmla="*/ 1330757 h 3200447"/>
                  <a:gd name="csX9" fmla="*/ 4572000 w 4876800"/>
                  <a:gd name="csY9" fmla="*/ 2895638 h 3200447"/>
                  <a:gd name="csX10" fmla="*/ 304800 w 4876800"/>
                  <a:gd name="csY10" fmla="*/ 2895638 h 3200447"/>
                  <a:gd name="csX11" fmla="*/ 304800 w 4876800"/>
                  <a:gd name="csY11" fmla="*/ 1330766 h 3200447"/>
                  <a:gd name="csX12" fmla="*/ 1981229 w 4876800"/>
                  <a:gd name="csY12" fmla="*/ 1330766 h 3200447"/>
                  <a:gd name="csX13" fmla="*/ 1981229 w 4876800"/>
                  <a:gd name="csY13" fmla="*/ 1025966 h 3200447"/>
                  <a:gd name="csX14" fmla="*/ 304800 w 4876800"/>
                  <a:gd name="csY14" fmla="*/ 1025966 h 3200447"/>
                  <a:gd name="csX15" fmla="*/ 304800 w 4876800"/>
                  <a:gd name="csY15" fmla="*/ 304810 h 3200447"/>
                  <a:gd name="csX16" fmla="*/ 4572000 w 4876800"/>
                  <a:gd name="csY16" fmla="*/ 304810 h 3200447"/>
                  <a:gd name="csX17" fmla="*/ 4572000 w 4876800"/>
                  <a:gd name="csY17" fmla="*/ 1025957 h 32004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4876800" h="3200447">
                    <a:moveTo>
                      <a:pt x="0" y="0"/>
                    </a:moveTo>
                    <a:lnTo>
                      <a:pt x="0" y="3200448"/>
                    </a:lnTo>
                    <a:lnTo>
                      <a:pt x="4876800" y="3200448"/>
                    </a:lnTo>
                    <a:lnTo>
                      <a:pt x="4876800" y="0"/>
                    </a:lnTo>
                    <a:lnTo>
                      <a:pt x="0" y="0"/>
                    </a:lnTo>
                    <a:close/>
                    <a:moveTo>
                      <a:pt x="4572000" y="1025957"/>
                    </a:moveTo>
                    <a:lnTo>
                      <a:pt x="2895648" y="1025957"/>
                    </a:lnTo>
                    <a:lnTo>
                      <a:pt x="2895648" y="1330757"/>
                    </a:lnTo>
                    <a:lnTo>
                      <a:pt x="4572000" y="1330757"/>
                    </a:lnTo>
                    <a:lnTo>
                      <a:pt x="4572000" y="2895638"/>
                    </a:lnTo>
                    <a:lnTo>
                      <a:pt x="304800" y="2895638"/>
                    </a:lnTo>
                    <a:lnTo>
                      <a:pt x="304800" y="1330766"/>
                    </a:lnTo>
                    <a:lnTo>
                      <a:pt x="1981229" y="1330766"/>
                    </a:lnTo>
                    <a:lnTo>
                      <a:pt x="1981229" y="1025966"/>
                    </a:lnTo>
                    <a:lnTo>
                      <a:pt x="304800" y="1025966"/>
                    </a:lnTo>
                    <a:lnTo>
                      <a:pt x="304800" y="304810"/>
                    </a:lnTo>
                    <a:lnTo>
                      <a:pt x="4572000" y="304810"/>
                    </a:lnTo>
                    <a:lnTo>
                      <a:pt x="4572000" y="1025957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4E72D5DF-0A38-9F22-F899-B8D9FBC9CF3F}"/>
                  </a:ext>
                </a:extLst>
              </p:cNvPr>
              <p:cNvSpPr/>
              <p:nvPr/>
            </p:nvSpPr>
            <p:spPr>
              <a:xfrm>
                <a:off x="-5391621" y="1359607"/>
                <a:ext cx="1699193" cy="849677"/>
              </a:xfrm>
              <a:custGeom>
                <a:avLst/>
                <a:gdLst>
                  <a:gd name="csX0" fmla="*/ 464344 w 1699193"/>
                  <a:gd name="csY0" fmla="*/ 464353 h 849677"/>
                  <a:gd name="csX1" fmla="*/ 849592 w 1699193"/>
                  <a:gd name="csY1" fmla="*/ 304810 h 849677"/>
                  <a:gd name="csX2" fmla="*/ 1234840 w 1699193"/>
                  <a:gd name="csY2" fmla="*/ 464353 h 849677"/>
                  <a:gd name="csX3" fmla="*/ 1394384 w 1699193"/>
                  <a:gd name="csY3" fmla="*/ 849678 h 849677"/>
                  <a:gd name="csX4" fmla="*/ 1699193 w 1699193"/>
                  <a:gd name="csY4" fmla="*/ 849678 h 849677"/>
                  <a:gd name="csX5" fmla="*/ 849592 w 1699193"/>
                  <a:gd name="csY5" fmla="*/ 0 h 849677"/>
                  <a:gd name="csX6" fmla="*/ 0 w 1699193"/>
                  <a:gd name="csY6" fmla="*/ 849678 h 849677"/>
                  <a:gd name="csX7" fmla="*/ 304800 w 1699193"/>
                  <a:gd name="csY7" fmla="*/ 849678 h 849677"/>
                  <a:gd name="csX8" fmla="*/ 464344 w 1699193"/>
                  <a:gd name="csY8" fmla="*/ 464353 h 8496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699193" h="849677">
                    <a:moveTo>
                      <a:pt x="464344" y="464353"/>
                    </a:moveTo>
                    <a:cubicBezTo>
                      <a:pt x="563461" y="365531"/>
                      <a:pt x="698678" y="304876"/>
                      <a:pt x="849592" y="304810"/>
                    </a:cubicBezTo>
                    <a:cubicBezTo>
                      <a:pt x="1000506" y="304876"/>
                      <a:pt x="1135723" y="365531"/>
                      <a:pt x="1234840" y="464353"/>
                    </a:cubicBezTo>
                    <a:cubicBezTo>
                      <a:pt x="1333653" y="563394"/>
                      <a:pt x="1394308" y="698611"/>
                      <a:pt x="1394384" y="849678"/>
                    </a:cubicBezTo>
                    <a:lnTo>
                      <a:pt x="1699193" y="849678"/>
                    </a:lnTo>
                    <a:cubicBezTo>
                      <a:pt x="1699117" y="380267"/>
                      <a:pt x="1318860" y="67"/>
                      <a:pt x="849592" y="0"/>
                    </a:cubicBezTo>
                    <a:cubicBezTo>
                      <a:pt x="380333" y="67"/>
                      <a:pt x="76" y="380257"/>
                      <a:pt x="0" y="849678"/>
                    </a:cubicBezTo>
                    <a:lnTo>
                      <a:pt x="304800" y="849678"/>
                    </a:lnTo>
                    <a:cubicBezTo>
                      <a:pt x="304876" y="698611"/>
                      <a:pt x="365522" y="563394"/>
                      <a:pt x="464344" y="464353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B76C08A-3D1B-D4D2-633B-878D551BD6AE}"/>
                  </a:ext>
                </a:extLst>
              </p:cNvPr>
              <p:cNvSpPr/>
              <p:nvPr/>
            </p:nvSpPr>
            <p:spPr>
              <a:xfrm>
                <a:off x="-4770629" y="3356762"/>
                <a:ext cx="457209" cy="609609"/>
              </a:xfrm>
              <a:prstGeom prst="rect">
                <a:avLst/>
              </a:pr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948979B-92D7-BF0F-502C-083F188C8091}"/>
              </a:ext>
            </a:extLst>
          </p:cNvPr>
          <p:cNvGrpSpPr/>
          <p:nvPr/>
        </p:nvGrpSpPr>
        <p:grpSpPr>
          <a:xfrm>
            <a:off x="6381825" y="711200"/>
            <a:ext cx="2254641" cy="2110660"/>
            <a:chOff x="6381825" y="711200"/>
            <a:chExt cx="2254641" cy="2110660"/>
          </a:xfrm>
        </p:grpSpPr>
        <p:sp>
          <p:nvSpPr>
            <p:cNvPr id="25" name="Text Placeholder 2">
              <a:extLst>
                <a:ext uri="{FF2B5EF4-FFF2-40B4-BE49-F238E27FC236}">
                  <a16:creationId xmlns:a16="http://schemas.microsoft.com/office/drawing/2014/main" id="{EA14FA07-A140-3870-0E19-09E04086F16B}"/>
                </a:ext>
              </a:extLst>
            </p:cNvPr>
            <p:cNvSpPr txBox="1">
              <a:spLocks/>
            </p:cNvSpPr>
            <p:nvPr/>
          </p:nvSpPr>
          <p:spPr>
            <a:xfrm>
              <a:off x="6381825" y="1849286"/>
              <a:ext cx="2254641" cy="97257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b="1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dirty="0"/>
                <a:t>Implementation Steps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0" dirty="0">
                  <a:cs typeface="Segoe UI"/>
                </a:rPr>
                <a:t>A step-by-step guide to the initial setup and phased rollout process.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9727E710-D3FC-057E-96DD-794953FD170A}"/>
                </a:ext>
              </a:extLst>
            </p:cNvPr>
            <p:cNvGrpSpPr/>
            <p:nvPr/>
          </p:nvGrpSpPr>
          <p:grpSpPr>
            <a:xfrm>
              <a:off x="7089612" y="711200"/>
              <a:ext cx="839066" cy="964800"/>
              <a:chOff x="-6858932" y="214312"/>
              <a:chExt cx="5359399" cy="6429377"/>
            </a:xfrm>
          </p:grpSpPr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7C5511E1-5D94-A4DA-F445-415226AEEAC9}"/>
                  </a:ext>
                </a:extLst>
              </p:cNvPr>
              <p:cNvSpPr/>
              <p:nvPr/>
            </p:nvSpPr>
            <p:spPr>
              <a:xfrm>
                <a:off x="-6214408" y="214312"/>
                <a:ext cx="3000375" cy="1500187"/>
              </a:xfrm>
              <a:custGeom>
                <a:avLst/>
                <a:gdLst>
                  <a:gd name="csX0" fmla="*/ 3000375 w 3000375"/>
                  <a:gd name="csY0" fmla="*/ 1500188 h 1500187"/>
                  <a:gd name="csX1" fmla="*/ 2571750 w 3000375"/>
                  <a:gd name="csY1" fmla="*/ 1500188 h 1500187"/>
                  <a:gd name="csX2" fmla="*/ 1500188 w 3000375"/>
                  <a:gd name="csY2" fmla="*/ 428625 h 1500187"/>
                  <a:gd name="csX3" fmla="*/ 428625 w 3000375"/>
                  <a:gd name="csY3" fmla="*/ 1500188 h 1500187"/>
                  <a:gd name="csX4" fmla="*/ 0 w 3000375"/>
                  <a:gd name="csY4" fmla="*/ 1500188 h 1500187"/>
                  <a:gd name="csX5" fmla="*/ 1500188 w 3000375"/>
                  <a:gd name="csY5" fmla="*/ 0 h 1500187"/>
                  <a:gd name="csX6" fmla="*/ 3000375 w 3000375"/>
                  <a:gd name="csY6" fmla="*/ 1500188 h 15001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3000375" h="1500187">
                    <a:moveTo>
                      <a:pt x="3000375" y="1500188"/>
                    </a:moveTo>
                    <a:lnTo>
                      <a:pt x="2571750" y="1500188"/>
                    </a:lnTo>
                    <a:cubicBezTo>
                      <a:pt x="2571750" y="908380"/>
                      <a:pt x="2091995" y="428625"/>
                      <a:pt x="1500188" y="428625"/>
                    </a:cubicBezTo>
                    <a:cubicBezTo>
                      <a:pt x="908380" y="428625"/>
                      <a:pt x="428625" y="908380"/>
                      <a:pt x="428625" y="1500188"/>
                    </a:cubicBezTo>
                    <a:lnTo>
                      <a:pt x="0" y="1500188"/>
                    </a:lnTo>
                    <a:cubicBezTo>
                      <a:pt x="0" y="671657"/>
                      <a:pt x="671657" y="0"/>
                      <a:pt x="1500188" y="0"/>
                    </a:cubicBezTo>
                    <a:cubicBezTo>
                      <a:pt x="2328718" y="0"/>
                      <a:pt x="3000375" y="671657"/>
                      <a:pt x="3000375" y="1500188"/>
                    </a:cubicBezTo>
                    <a:close/>
                  </a:path>
                </a:pathLst>
              </a:custGeom>
              <a:solidFill>
                <a:srgbClr val="000000"/>
              </a:solidFill>
              <a:ln w="2143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B5C05065-80BC-DBFA-CD3A-01F0671C123B}"/>
                  </a:ext>
                </a:extLst>
              </p:cNvPr>
              <p:cNvSpPr/>
              <p:nvPr/>
            </p:nvSpPr>
            <p:spPr>
              <a:xfrm>
                <a:off x="-6858932" y="1071562"/>
                <a:ext cx="5359399" cy="5572127"/>
              </a:xfrm>
              <a:custGeom>
                <a:avLst/>
                <a:gdLst>
                  <a:gd name="csX0" fmla="*/ 4716462 w 5359399"/>
                  <a:gd name="csY0" fmla="*/ 2143125 h 5572127"/>
                  <a:gd name="csX1" fmla="*/ 4401423 w 5359399"/>
                  <a:gd name="csY1" fmla="*/ 2228850 h 5572127"/>
                  <a:gd name="csX2" fmla="*/ 3859212 w 5359399"/>
                  <a:gd name="csY2" fmla="*/ 1928813 h 5572127"/>
                  <a:gd name="csX3" fmla="*/ 3544173 w 5359399"/>
                  <a:gd name="csY3" fmla="*/ 2014537 h 5572127"/>
                  <a:gd name="csX4" fmla="*/ 2787649 w 5359399"/>
                  <a:gd name="csY4" fmla="*/ 1753076 h 5572127"/>
                  <a:gd name="csX5" fmla="*/ 2787649 w 5359399"/>
                  <a:gd name="csY5" fmla="*/ 642938 h 5572127"/>
                  <a:gd name="csX6" fmla="*/ 2787649 w 5359399"/>
                  <a:gd name="csY6" fmla="*/ 642938 h 5572127"/>
                  <a:gd name="csX7" fmla="*/ 2144712 w 5359399"/>
                  <a:gd name="csY7" fmla="*/ 0 h 5572127"/>
                  <a:gd name="csX8" fmla="*/ 1501774 w 5359399"/>
                  <a:gd name="csY8" fmla="*/ 642938 h 5572127"/>
                  <a:gd name="csX9" fmla="*/ 1501774 w 5359399"/>
                  <a:gd name="csY9" fmla="*/ 3021806 h 5572127"/>
                  <a:gd name="csX10" fmla="*/ 1023857 w 5359399"/>
                  <a:gd name="csY10" fmla="*/ 2696051 h 5572127"/>
                  <a:gd name="csX11" fmla="*/ 1023857 w 5359399"/>
                  <a:gd name="csY11" fmla="*/ 2696051 h 5572127"/>
                  <a:gd name="csX12" fmla="*/ 644524 w 5359399"/>
                  <a:gd name="csY12" fmla="*/ 2571750 h 5572127"/>
                  <a:gd name="csX13" fmla="*/ 2 w 5359399"/>
                  <a:gd name="csY13" fmla="*/ 3213099 h 5572127"/>
                  <a:gd name="csX14" fmla="*/ 190182 w 5359399"/>
                  <a:gd name="csY14" fmla="*/ 3671173 h 5572127"/>
                  <a:gd name="csX15" fmla="*/ 1904682 w 5359399"/>
                  <a:gd name="csY15" fmla="*/ 5235655 h 5572127"/>
                  <a:gd name="csX16" fmla="*/ 2787649 w 5359399"/>
                  <a:gd name="csY16" fmla="*/ 5572125 h 5572127"/>
                  <a:gd name="csX17" fmla="*/ 3859212 w 5359399"/>
                  <a:gd name="csY17" fmla="*/ 5572125 h 5572127"/>
                  <a:gd name="csX18" fmla="*/ 5359400 w 5359399"/>
                  <a:gd name="csY18" fmla="*/ 4071938 h 5572127"/>
                  <a:gd name="csX19" fmla="*/ 5359400 w 5359399"/>
                  <a:gd name="csY19" fmla="*/ 2786063 h 5572127"/>
                  <a:gd name="csX20" fmla="*/ 4716462 w 5359399"/>
                  <a:gd name="csY20" fmla="*/ 2143125 h 5572127"/>
                  <a:gd name="csX21" fmla="*/ 4930775 w 5359399"/>
                  <a:gd name="csY21" fmla="*/ 4071938 h 5572127"/>
                  <a:gd name="csX22" fmla="*/ 3859212 w 5359399"/>
                  <a:gd name="csY22" fmla="*/ 5143500 h 5572127"/>
                  <a:gd name="csX23" fmla="*/ 2787649 w 5359399"/>
                  <a:gd name="csY23" fmla="*/ 5143500 h 5572127"/>
                  <a:gd name="csX24" fmla="*/ 2196147 w 5359399"/>
                  <a:gd name="csY24" fmla="*/ 4929188 h 5572127"/>
                  <a:gd name="csX25" fmla="*/ 492362 w 5359399"/>
                  <a:gd name="csY25" fmla="*/ 3364707 h 5572127"/>
                  <a:gd name="csX26" fmla="*/ 430212 w 5359399"/>
                  <a:gd name="csY26" fmla="*/ 3214688 h 5572127"/>
                  <a:gd name="csX27" fmla="*/ 644524 w 5359399"/>
                  <a:gd name="csY27" fmla="*/ 3000375 h 5572127"/>
                  <a:gd name="csX28" fmla="*/ 773112 w 5359399"/>
                  <a:gd name="csY28" fmla="*/ 3043238 h 5572127"/>
                  <a:gd name="csX29" fmla="*/ 1930399 w 5359399"/>
                  <a:gd name="csY29" fmla="*/ 3836194 h 5572127"/>
                  <a:gd name="csX30" fmla="*/ 1930399 w 5359399"/>
                  <a:gd name="csY30" fmla="*/ 642938 h 5572127"/>
                  <a:gd name="csX31" fmla="*/ 2144712 w 5359399"/>
                  <a:gd name="csY31" fmla="*/ 428625 h 5572127"/>
                  <a:gd name="csX32" fmla="*/ 2359024 w 5359399"/>
                  <a:gd name="csY32" fmla="*/ 642938 h 5572127"/>
                  <a:gd name="csX33" fmla="*/ 2359024 w 5359399"/>
                  <a:gd name="csY33" fmla="*/ 642938 h 5572127"/>
                  <a:gd name="csX34" fmla="*/ 2359024 w 5359399"/>
                  <a:gd name="csY34" fmla="*/ 3000375 h 5572127"/>
                  <a:gd name="csX35" fmla="*/ 2787649 w 5359399"/>
                  <a:gd name="csY35" fmla="*/ 3000375 h 5572127"/>
                  <a:gd name="csX36" fmla="*/ 2787649 w 5359399"/>
                  <a:gd name="csY36" fmla="*/ 2357438 h 5572127"/>
                  <a:gd name="csX37" fmla="*/ 3001962 w 5359399"/>
                  <a:gd name="csY37" fmla="*/ 2143125 h 5572127"/>
                  <a:gd name="csX38" fmla="*/ 3216274 w 5359399"/>
                  <a:gd name="csY38" fmla="*/ 2357438 h 5572127"/>
                  <a:gd name="csX39" fmla="*/ 3216274 w 5359399"/>
                  <a:gd name="csY39" fmla="*/ 3000375 h 5572127"/>
                  <a:gd name="csX40" fmla="*/ 3644899 w 5359399"/>
                  <a:gd name="csY40" fmla="*/ 3000375 h 5572127"/>
                  <a:gd name="csX41" fmla="*/ 3644899 w 5359399"/>
                  <a:gd name="csY41" fmla="*/ 2571750 h 5572127"/>
                  <a:gd name="csX42" fmla="*/ 3859212 w 5359399"/>
                  <a:gd name="csY42" fmla="*/ 2357438 h 5572127"/>
                  <a:gd name="csX43" fmla="*/ 4073524 w 5359399"/>
                  <a:gd name="csY43" fmla="*/ 2571750 h 5572127"/>
                  <a:gd name="csX44" fmla="*/ 4073524 w 5359399"/>
                  <a:gd name="csY44" fmla="*/ 3000375 h 5572127"/>
                  <a:gd name="csX45" fmla="*/ 4502150 w 5359399"/>
                  <a:gd name="csY45" fmla="*/ 3000375 h 5572127"/>
                  <a:gd name="csX46" fmla="*/ 4502150 w 5359399"/>
                  <a:gd name="csY46" fmla="*/ 2786063 h 5572127"/>
                  <a:gd name="csX47" fmla="*/ 4716462 w 5359399"/>
                  <a:gd name="csY47" fmla="*/ 2571750 h 5572127"/>
                  <a:gd name="csX48" fmla="*/ 4930775 w 5359399"/>
                  <a:gd name="csY48" fmla="*/ 2786063 h 557212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</a:cxnLst>
                <a:rect l="l" t="t" r="r" b="b"/>
                <a:pathLst>
                  <a:path w="5359399" h="5572127">
                    <a:moveTo>
                      <a:pt x="4716462" y="2143125"/>
                    </a:moveTo>
                    <a:cubicBezTo>
                      <a:pt x="4605741" y="2143523"/>
                      <a:pt x="4497080" y="2173091"/>
                      <a:pt x="4401423" y="2228850"/>
                    </a:cubicBezTo>
                    <a:cubicBezTo>
                      <a:pt x="4283988" y="2042589"/>
                      <a:pt x="4079403" y="1929379"/>
                      <a:pt x="3859212" y="1928813"/>
                    </a:cubicBezTo>
                    <a:cubicBezTo>
                      <a:pt x="3748491" y="1929211"/>
                      <a:pt x="3639829" y="1958778"/>
                      <a:pt x="3544173" y="2014537"/>
                    </a:cubicBezTo>
                    <a:cubicBezTo>
                      <a:pt x="3383613" y="1761897"/>
                      <a:pt x="3069942" y="1653489"/>
                      <a:pt x="2787649" y="1753076"/>
                    </a:cubicBezTo>
                    <a:lnTo>
                      <a:pt x="2787649" y="642938"/>
                    </a:lnTo>
                    <a:lnTo>
                      <a:pt x="2787649" y="642938"/>
                    </a:lnTo>
                    <a:cubicBezTo>
                      <a:pt x="2787649" y="287853"/>
                      <a:pt x="2499797" y="0"/>
                      <a:pt x="2144712" y="0"/>
                    </a:cubicBezTo>
                    <a:cubicBezTo>
                      <a:pt x="1789627" y="0"/>
                      <a:pt x="1501774" y="287853"/>
                      <a:pt x="1501774" y="642938"/>
                    </a:cubicBezTo>
                    <a:lnTo>
                      <a:pt x="1501774" y="3021806"/>
                    </a:lnTo>
                    <a:lnTo>
                      <a:pt x="1023857" y="2696051"/>
                    </a:lnTo>
                    <a:lnTo>
                      <a:pt x="1023857" y="2696051"/>
                    </a:lnTo>
                    <a:cubicBezTo>
                      <a:pt x="914299" y="2614460"/>
                      <a:pt x="781123" y="2570821"/>
                      <a:pt x="644524" y="2571750"/>
                    </a:cubicBezTo>
                    <a:cubicBezTo>
                      <a:pt x="289441" y="2570874"/>
                      <a:pt x="878" y="2858015"/>
                      <a:pt x="2" y="3213099"/>
                    </a:cubicBezTo>
                    <a:cubicBezTo>
                      <a:pt x="-422" y="3385081"/>
                      <a:pt x="68074" y="3550064"/>
                      <a:pt x="190182" y="3671173"/>
                    </a:cubicBezTo>
                    <a:lnTo>
                      <a:pt x="1904682" y="5235655"/>
                    </a:lnTo>
                    <a:cubicBezTo>
                      <a:pt x="2147411" y="5452908"/>
                      <a:pt x="2461895" y="5572747"/>
                      <a:pt x="2787649" y="5572125"/>
                    </a:cubicBezTo>
                    <a:lnTo>
                      <a:pt x="3859212" y="5572125"/>
                    </a:lnTo>
                    <a:cubicBezTo>
                      <a:pt x="4687743" y="5572125"/>
                      <a:pt x="5359400" y="4900468"/>
                      <a:pt x="5359400" y="4071938"/>
                    </a:cubicBezTo>
                    <a:lnTo>
                      <a:pt x="5359400" y="2786063"/>
                    </a:lnTo>
                    <a:cubicBezTo>
                      <a:pt x="5359400" y="2430978"/>
                      <a:pt x="5071547" y="2143125"/>
                      <a:pt x="4716462" y="2143125"/>
                    </a:cubicBezTo>
                    <a:close/>
                    <a:moveTo>
                      <a:pt x="4930775" y="4071938"/>
                    </a:moveTo>
                    <a:cubicBezTo>
                      <a:pt x="4930775" y="4663745"/>
                      <a:pt x="4451020" y="5143500"/>
                      <a:pt x="3859212" y="5143500"/>
                    </a:cubicBezTo>
                    <a:lnTo>
                      <a:pt x="2787649" y="5143500"/>
                    </a:lnTo>
                    <a:cubicBezTo>
                      <a:pt x="2571023" y="5146119"/>
                      <a:pt x="2360821" y="5069958"/>
                      <a:pt x="2196147" y="4929188"/>
                    </a:cubicBezTo>
                    <a:lnTo>
                      <a:pt x="492362" y="3364707"/>
                    </a:lnTo>
                    <a:cubicBezTo>
                      <a:pt x="452769" y="3324789"/>
                      <a:pt x="430449" y="3270910"/>
                      <a:pt x="430212" y="3214688"/>
                    </a:cubicBezTo>
                    <a:cubicBezTo>
                      <a:pt x="430212" y="3096326"/>
                      <a:pt x="526163" y="3000375"/>
                      <a:pt x="644524" y="3000375"/>
                    </a:cubicBezTo>
                    <a:cubicBezTo>
                      <a:pt x="690895" y="3000375"/>
                      <a:pt x="736015" y="3015415"/>
                      <a:pt x="773112" y="3043238"/>
                    </a:cubicBezTo>
                    <a:lnTo>
                      <a:pt x="1930399" y="3836194"/>
                    </a:lnTo>
                    <a:lnTo>
                      <a:pt x="1930399" y="642938"/>
                    </a:lnTo>
                    <a:cubicBezTo>
                      <a:pt x="1930399" y="524576"/>
                      <a:pt x="2026350" y="428625"/>
                      <a:pt x="2144712" y="428625"/>
                    </a:cubicBezTo>
                    <a:cubicBezTo>
                      <a:pt x="2263074" y="428625"/>
                      <a:pt x="2359024" y="524576"/>
                      <a:pt x="2359024" y="642938"/>
                    </a:cubicBezTo>
                    <a:lnTo>
                      <a:pt x="2359024" y="642938"/>
                    </a:lnTo>
                    <a:lnTo>
                      <a:pt x="2359024" y="3000375"/>
                    </a:lnTo>
                    <a:lnTo>
                      <a:pt x="2787649" y="3000375"/>
                    </a:lnTo>
                    <a:lnTo>
                      <a:pt x="2787649" y="2357438"/>
                    </a:lnTo>
                    <a:cubicBezTo>
                      <a:pt x="2787649" y="2239076"/>
                      <a:pt x="2883601" y="2143125"/>
                      <a:pt x="3001962" y="2143125"/>
                    </a:cubicBezTo>
                    <a:cubicBezTo>
                      <a:pt x="3120323" y="2143125"/>
                      <a:pt x="3216274" y="2239076"/>
                      <a:pt x="3216274" y="2357438"/>
                    </a:cubicBezTo>
                    <a:lnTo>
                      <a:pt x="3216274" y="3000375"/>
                    </a:lnTo>
                    <a:lnTo>
                      <a:pt x="3644899" y="3000375"/>
                    </a:lnTo>
                    <a:lnTo>
                      <a:pt x="3644899" y="2571750"/>
                    </a:lnTo>
                    <a:cubicBezTo>
                      <a:pt x="3644899" y="2453389"/>
                      <a:pt x="3740851" y="2357438"/>
                      <a:pt x="3859212" y="2357438"/>
                    </a:cubicBezTo>
                    <a:cubicBezTo>
                      <a:pt x="3977573" y="2357438"/>
                      <a:pt x="4073524" y="2453389"/>
                      <a:pt x="4073524" y="2571750"/>
                    </a:cubicBezTo>
                    <a:lnTo>
                      <a:pt x="4073524" y="3000375"/>
                    </a:lnTo>
                    <a:lnTo>
                      <a:pt x="4502150" y="3000375"/>
                    </a:lnTo>
                    <a:lnTo>
                      <a:pt x="4502150" y="2786063"/>
                    </a:lnTo>
                    <a:cubicBezTo>
                      <a:pt x="4502150" y="2667701"/>
                      <a:pt x="4598101" y="2571750"/>
                      <a:pt x="4716462" y="2571750"/>
                    </a:cubicBezTo>
                    <a:cubicBezTo>
                      <a:pt x="4834823" y="2571750"/>
                      <a:pt x="4930775" y="2667701"/>
                      <a:pt x="4930775" y="2786063"/>
                    </a:cubicBezTo>
                    <a:close/>
                  </a:path>
                </a:pathLst>
              </a:custGeom>
              <a:solidFill>
                <a:srgbClr val="000000"/>
              </a:solidFill>
              <a:ln w="214313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D43D28E4-779C-F4C3-F168-5284819F4763}"/>
              </a:ext>
            </a:extLst>
          </p:cNvPr>
          <p:cNvGrpSpPr/>
          <p:nvPr/>
        </p:nvGrpSpPr>
        <p:grpSpPr>
          <a:xfrm>
            <a:off x="9057968" y="908857"/>
            <a:ext cx="2277425" cy="2128447"/>
            <a:chOff x="9057968" y="908857"/>
            <a:chExt cx="2277425" cy="2128447"/>
          </a:xfrm>
        </p:grpSpPr>
        <p:sp>
          <p:nvSpPr>
            <p:cNvPr id="28" name="Text Placeholder 2">
              <a:extLst>
                <a:ext uri="{FF2B5EF4-FFF2-40B4-BE49-F238E27FC236}">
                  <a16:creationId xmlns:a16="http://schemas.microsoft.com/office/drawing/2014/main" id="{1B75115B-DD1E-15B1-32E4-6D87F887060F}"/>
                </a:ext>
              </a:extLst>
            </p:cNvPr>
            <p:cNvSpPr txBox="1">
              <a:spLocks/>
            </p:cNvSpPr>
            <p:nvPr/>
          </p:nvSpPr>
          <p:spPr>
            <a:xfrm>
              <a:off x="9057968" y="1849286"/>
              <a:ext cx="2277425" cy="1188018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b="1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dirty="0"/>
                <a:t>Component Integration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0" dirty="0">
                  <a:cs typeface="Segoe UI"/>
                </a:rPr>
                <a:t>Technical architecture for connecting four components work together to provide better results</a:t>
              </a: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DDFADFAB-F3C7-7C61-85C7-D822927847B9}"/>
                </a:ext>
              </a:extLst>
            </p:cNvPr>
            <p:cNvGrpSpPr/>
            <p:nvPr/>
          </p:nvGrpSpPr>
          <p:grpSpPr>
            <a:xfrm>
              <a:off x="9772352" y="908857"/>
              <a:ext cx="848657" cy="848657"/>
              <a:chOff x="-7681716" y="571500"/>
              <a:chExt cx="5715000" cy="57150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9FFCD635-1F02-F61B-EC66-F4DC70921DF4}"/>
                  </a:ext>
                </a:extLst>
              </p:cNvPr>
              <p:cNvSpPr/>
              <p:nvPr/>
            </p:nvSpPr>
            <p:spPr>
              <a:xfrm>
                <a:off x="-5681466" y="2571750"/>
                <a:ext cx="1714500" cy="1714500"/>
              </a:xfrm>
              <a:prstGeom prst="ellipse">
                <a:avLst/>
              </a:pr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7DDFB42-1017-CCFC-A6D4-A7CDBAF34C6B}"/>
                  </a:ext>
                </a:extLst>
              </p:cNvPr>
              <p:cNvSpPr/>
              <p:nvPr/>
            </p:nvSpPr>
            <p:spPr>
              <a:xfrm>
                <a:off x="-5395716" y="571500"/>
                <a:ext cx="1143000" cy="1143000"/>
              </a:xfrm>
              <a:prstGeom prst="ellipse">
                <a:avLst/>
              </a:pr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715508A9-B002-4D10-C8C3-0221481EDC83}"/>
                  </a:ext>
                </a:extLst>
              </p:cNvPr>
              <p:cNvSpPr/>
              <p:nvPr/>
            </p:nvSpPr>
            <p:spPr>
              <a:xfrm>
                <a:off x="-3109716" y="2857500"/>
                <a:ext cx="1143000" cy="1143000"/>
              </a:xfrm>
              <a:prstGeom prst="ellipse">
                <a:avLst/>
              </a:pr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D6FED390-4156-39F2-E231-FC2A3F3221D5}"/>
                  </a:ext>
                </a:extLst>
              </p:cNvPr>
              <p:cNvSpPr/>
              <p:nvPr/>
            </p:nvSpPr>
            <p:spPr>
              <a:xfrm>
                <a:off x="-7681716" y="2857500"/>
                <a:ext cx="1143000" cy="1143000"/>
              </a:xfrm>
              <a:prstGeom prst="ellipse">
                <a:avLst/>
              </a:pr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7CD2D4EC-A3D0-0EA2-3A75-1FFACBCE6831}"/>
                  </a:ext>
                </a:extLst>
              </p:cNvPr>
              <p:cNvSpPr/>
              <p:nvPr/>
            </p:nvSpPr>
            <p:spPr>
              <a:xfrm>
                <a:off x="-5395716" y="5143500"/>
                <a:ext cx="1143000" cy="1143000"/>
              </a:xfrm>
              <a:prstGeom prst="ellipse">
                <a:avLst/>
              </a:pr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0E8504BE-E296-BDF9-5E4D-6FA9331B8434}"/>
                  </a:ext>
                </a:extLst>
              </p:cNvPr>
              <p:cNvSpPr/>
              <p:nvPr/>
            </p:nvSpPr>
            <p:spPr>
              <a:xfrm>
                <a:off x="-4824216" y="1714500"/>
                <a:ext cx="285750" cy="857250"/>
              </a:xfrm>
              <a:custGeom>
                <a:avLst/>
                <a:gdLst>
                  <a:gd name="csX0" fmla="*/ 0 w 285750"/>
                  <a:gd name="csY0" fmla="*/ 0 h 857250"/>
                  <a:gd name="csX1" fmla="*/ 0 w 285750"/>
                  <a:gd name="csY1" fmla="*/ 857250 h 857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5750" h="857250">
                    <a:moveTo>
                      <a:pt x="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89140252-7CFF-4D04-6DCA-B4EB8FEDFF41}"/>
                  </a:ext>
                </a:extLst>
              </p:cNvPr>
              <p:cNvSpPr/>
              <p:nvPr/>
            </p:nvSpPr>
            <p:spPr>
              <a:xfrm>
                <a:off x="-3966966" y="3429000"/>
                <a:ext cx="857250" cy="285750"/>
              </a:xfrm>
              <a:custGeom>
                <a:avLst/>
                <a:gdLst>
                  <a:gd name="csX0" fmla="*/ 0 w 857250"/>
                  <a:gd name="csY0" fmla="*/ 0 h 285750"/>
                  <a:gd name="csX1" fmla="*/ 857250 w 857250"/>
                  <a:gd name="csY1" fmla="*/ 0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57250" h="285750">
                    <a:moveTo>
                      <a:pt x="0" y="0"/>
                    </a:moveTo>
                    <a:lnTo>
                      <a:pt x="857250" y="0"/>
                    </a:lnTo>
                  </a:path>
                </a:pathLst>
              </a:cu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4E0B88D5-8F40-D437-A217-26D7F7FDFADA}"/>
                  </a:ext>
                </a:extLst>
              </p:cNvPr>
              <p:cNvSpPr/>
              <p:nvPr/>
            </p:nvSpPr>
            <p:spPr>
              <a:xfrm>
                <a:off x="-4824216" y="4286250"/>
                <a:ext cx="285750" cy="857250"/>
              </a:xfrm>
              <a:custGeom>
                <a:avLst/>
                <a:gdLst>
                  <a:gd name="csX0" fmla="*/ 0 w 285750"/>
                  <a:gd name="csY0" fmla="*/ 0 h 857250"/>
                  <a:gd name="csX1" fmla="*/ 0 w 285750"/>
                  <a:gd name="csY1" fmla="*/ 857250 h 8572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5750" h="857250">
                    <a:moveTo>
                      <a:pt x="0" y="0"/>
                    </a:moveTo>
                    <a:lnTo>
                      <a:pt x="0" y="857250"/>
                    </a:lnTo>
                  </a:path>
                </a:pathLst>
              </a:cu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F19D3B1F-547B-1DC8-CB37-8FA3E1B6F4BB}"/>
                  </a:ext>
                </a:extLst>
              </p:cNvPr>
              <p:cNvSpPr/>
              <p:nvPr/>
            </p:nvSpPr>
            <p:spPr>
              <a:xfrm>
                <a:off x="-6538716" y="3429000"/>
                <a:ext cx="857250" cy="285750"/>
              </a:xfrm>
              <a:custGeom>
                <a:avLst/>
                <a:gdLst>
                  <a:gd name="csX0" fmla="*/ 857250 w 857250"/>
                  <a:gd name="csY0" fmla="*/ 0 h 285750"/>
                  <a:gd name="csX1" fmla="*/ 0 w 857250"/>
                  <a:gd name="csY1" fmla="*/ 0 h 2857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57250" h="285750">
                    <a:moveTo>
                      <a:pt x="857250" y="0"/>
                    </a:moveTo>
                    <a:lnTo>
                      <a:pt x="0" y="0"/>
                    </a:lnTo>
                  </a:path>
                </a:pathLst>
              </a:custGeom>
              <a:noFill/>
              <a:ln w="571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786F3B6-A651-0304-E5AD-774932257546}"/>
              </a:ext>
            </a:extLst>
          </p:cNvPr>
          <p:cNvGrpSpPr/>
          <p:nvPr/>
        </p:nvGrpSpPr>
        <p:grpSpPr>
          <a:xfrm>
            <a:off x="647683" y="3801172"/>
            <a:ext cx="2061509" cy="2142085"/>
            <a:chOff x="647683" y="3801172"/>
            <a:chExt cx="2061509" cy="2142085"/>
          </a:xfrm>
        </p:grpSpPr>
        <p:sp>
          <p:nvSpPr>
            <p:cNvPr id="31" name="Text Placeholder 2">
              <a:extLst>
                <a:ext uri="{FF2B5EF4-FFF2-40B4-BE49-F238E27FC236}">
                  <a16:creationId xmlns:a16="http://schemas.microsoft.com/office/drawing/2014/main" id="{7A04C84A-20DB-C052-4194-A481793EA188}"/>
                </a:ext>
              </a:extLst>
            </p:cNvPr>
            <p:cNvSpPr txBox="1">
              <a:spLocks/>
            </p:cNvSpPr>
            <p:nvPr/>
          </p:nvSpPr>
          <p:spPr>
            <a:xfrm>
              <a:off x="647683" y="4970683"/>
              <a:ext cx="2061509" cy="97257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b="1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dirty="0"/>
                <a:t>Best Practices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0" dirty="0">
                  <a:cs typeface="Segoe UI"/>
                </a:rPr>
                <a:t>Critical guidelines for performance tuning and long-term maintenance.</a:t>
              </a:r>
            </a:p>
          </p:txBody>
        </p:sp>
        <p:pic>
          <p:nvPicPr>
            <p:cNvPr id="81" name="Graphic 80">
              <a:extLst>
                <a:ext uri="{FF2B5EF4-FFF2-40B4-BE49-F238E27FC236}">
                  <a16:creationId xmlns:a16="http://schemas.microsoft.com/office/drawing/2014/main" id="{48870E6A-7F3E-9CDB-DF08-BCF921889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8856" y="3801172"/>
              <a:ext cx="1119163" cy="1119163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42B797C3-0619-E0D1-A801-23A8921C8F25}"/>
              </a:ext>
            </a:extLst>
          </p:cNvPr>
          <p:cNvGrpSpPr/>
          <p:nvPr/>
        </p:nvGrpSpPr>
        <p:grpSpPr>
          <a:xfrm>
            <a:off x="3705682" y="3878353"/>
            <a:ext cx="2254641" cy="2064904"/>
            <a:chOff x="3705682" y="3878353"/>
            <a:chExt cx="2254641" cy="2064904"/>
          </a:xfrm>
        </p:grpSpPr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CAC6352B-2A2A-F9EF-A075-7D672689BA7A}"/>
                </a:ext>
              </a:extLst>
            </p:cNvPr>
            <p:cNvSpPr txBox="1">
              <a:spLocks/>
            </p:cNvSpPr>
            <p:nvPr/>
          </p:nvSpPr>
          <p:spPr>
            <a:xfrm>
              <a:off x="3705682" y="4970683"/>
              <a:ext cx="2254641" cy="97257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b="1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dirty="0"/>
                <a:t>Limitations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0" dirty="0">
                  <a:cs typeface="Segoe UI"/>
                </a:rPr>
                <a:t>Transparency regarding system constraints and potential technical bottlenecks.</a:t>
              </a:r>
            </a:p>
          </p:txBody>
        </p: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2355418E-0D47-F168-705E-9689959DF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50602" y="3878353"/>
              <a:ext cx="964800" cy="964800"/>
            </a:xfrm>
            <a:prstGeom prst="rect">
              <a:avLst/>
            </a:prstGeom>
          </p:spPr>
        </p:pic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056EDE8F-5A62-D784-7C93-EB64C3634CEC}"/>
              </a:ext>
            </a:extLst>
          </p:cNvPr>
          <p:cNvGrpSpPr/>
          <p:nvPr/>
        </p:nvGrpSpPr>
        <p:grpSpPr>
          <a:xfrm>
            <a:off x="6478391" y="3878353"/>
            <a:ext cx="2061509" cy="2064904"/>
            <a:chOff x="6478391" y="3878353"/>
            <a:chExt cx="2061509" cy="2064904"/>
          </a:xfrm>
        </p:grpSpPr>
        <p:sp>
          <p:nvSpPr>
            <p:cNvPr id="37" name="Text Placeholder 2">
              <a:extLst>
                <a:ext uri="{FF2B5EF4-FFF2-40B4-BE49-F238E27FC236}">
                  <a16:creationId xmlns:a16="http://schemas.microsoft.com/office/drawing/2014/main" id="{10D46460-F024-EC4C-EBB8-B0243D96FF19}"/>
                </a:ext>
              </a:extLst>
            </p:cNvPr>
            <p:cNvSpPr txBox="1">
              <a:spLocks/>
            </p:cNvSpPr>
            <p:nvPr/>
          </p:nvSpPr>
          <p:spPr>
            <a:xfrm>
              <a:off x="6478391" y="4970683"/>
              <a:ext cx="2061509" cy="97257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b="1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dirty="0"/>
                <a:t>Roll Back Procedures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0" dirty="0">
                  <a:cs typeface="Segoe UI"/>
                </a:rPr>
                <a:t>Contingency planning and recovery steps for deployment failures.</a:t>
              </a:r>
            </a:p>
          </p:txBody>
        </p:sp>
        <p:pic>
          <p:nvPicPr>
            <p:cNvPr id="85" name="Graphic 84">
              <a:extLst>
                <a:ext uri="{FF2B5EF4-FFF2-40B4-BE49-F238E27FC236}">
                  <a16:creationId xmlns:a16="http://schemas.microsoft.com/office/drawing/2014/main" id="{4AD7C015-DD03-A73B-A5BF-FE5BD0E3A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26745" y="3878353"/>
              <a:ext cx="964800" cy="964800"/>
            </a:xfrm>
            <a:prstGeom prst="rect">
              <a:avLst/>
            </a:prstGeom>
          </p:spPr>
        </p:pic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5426BAB-F521-BDB8-FA98-211FD005A79A}"/>
              </a:ext>
            </a:extLst>
          </p:cNvPr>
          <p:cNvGrpSpPr/>
          <p:nvPr/>
        </p:nvGrpSpPr>
        <p:grpSpPr>
          <a:xfrm>
            <a:off x="9057968" y="3860285"/>
            <a:ext cx="2277425" cy="2082972"/>
            <a:chOff x="9057968" y="3860285"/>
            <a:chExt cx="2277425" cy="2082972"/>
          </a:xfrm>
        </p:grpSpPr>
        <p:sp>
          <p:nvSpPr>
            <p:cNvPr id="40" name="Text Placeholder 2">
              <a:extLst>
                <a:ext uri="{FF2B5EF4-FFF2-40B4-BE49-F238E27FC236}">
                  <a16:creationId xmlns:a16="http://schemas.microsoft.com/office/drawing/2014/main" id="{FB3E454F-9577-3A41-57FA-C12FAFD60CB3}"/>
                </a:ext>
              </a:extLst>
            </p:cNvPr>
            <p:cNvSpPr txBox="1">
              <a:spLocks/>
            </p:cNvSpPr>
            <p:nvPr/>
          </p:nvSpPr>
          <p:spPr>
            <a:xfrm>
              <a:off x="9057968" y="4970683"/>
              <a:ext cx="2277425" cy="97257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>
              <a:defPPr>
                <a:defRPr lang="en-US"/>
              </a:defPPr>
              <a:lvl1pPr indent="0" algn="ctr">
                <a:lnSpc>
                  <a:spcPct val="90000"/>
                </a:lnSpc>
                <a:spcBef>
                  <a:spcPts val="1000"/>
                </a:spcBef>
                <a:spcAft>
                  <a:spcPts val="600"/>
                </a:spcAft>
                <a:buFont typeface="Arial" panose="020B0604020202020204" pitchFamily="34" charset="0"/>
                <a:buNone/>
                <a:defRPr b="1"/>
              </a:lvl1pPr>
              <a:lvl2pPr marL="685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/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/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5pPr>
              <a:lvl6pPr marL="25146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6pPr>
              <a:lvl7pPr marL="29718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7pPr>
              <a:lvl8pPr marL="3429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8pPr>
              <a:lvl9pPr marL="3886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</a:lvl9pPr>
            </a:lstStyle>
            <a:p>
              <a:r>
                <a:rPr lang="en-US" dirty="0"/>
                <a:t>Next Phase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400" b="0" dirty="0">
                  <a:cs typeface="Segoe UI"/>
                </a:rPr>
                <a:t>Future scalability and deeper integration with advanced Fabric IQ features.</a:t>
              </a:r>
            </a:p>
          </p:txBody>
        </p:sp>
        <p:pic>
          <p:nvPicPr>
            <p:cNvPr id="87" name="Graphic 86">
              <a:extLst>
                <a:ext uri="{FF2B5EF4-FFF2-40B4-BE49-F238E27FC236}">
                  <a16:creationId xmlns:a16="http://schemas.microsoft.com/office/drawing/2014/main" id="{4DCAEF20-8C98-6303-D335-552295E72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714280" y="3860285"/>
              <a:ext cx="964800" cy="964800"/>
            </a:xfrm>
            <a:prstGeom prst="rect">
              <a:avLst/>
            </a:prstGeom>
          </p:spPr>
        </p:pic>
      </p:grpSp>
      <p:sp>
        <p:nvSpPr>
          <p:cNvPr id="95" name="Slide Number Placeholder 4">
            <a:extLst>
              <a:ext uri="{FF2B5EF4-FFF2-40B4-BE49-F238E27FC236}">
                <a16:creationId xmlns:a16="http://schemas.microsoft.com/office/drawing/2014/main" id="{865EF8AD-C6E1-AB35-8C19-22D391916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2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3318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>
            <a:extLst>
              <a:ext uri="{FF2B5EF4-FFF2-40B4-BE49-F238E27FC236}">
                <a16:creationId xmlns:a16="http://schemas.microsoft.com/office/drawing/2014/main" id="{11B51C1A-05D5-9F5B-448D-CB5C23931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Evolution of Insights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FBA7D2-FA4C-239A-30F6-F0A398AC22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123" y="730937"/>
            <a:ext cx="10972677" cy="249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raw databases to AI-driven conversational business answers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B1B338-A7B0-CF15-CBE3-12C29F6C0E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155" y="2155695"/>
            <a:ext cx="12418142" cy="146067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5788ED55-BDDF-8273-1623-212E923A9FCE}"/>
              </a:ext>
            </a:extLst>
          </p:cNvPr>
          <p:cNvSpPr txBox="1"/>
          <p:nvPr/>
        </p:nvSpPr>
        <p:spPr>
          <a:xfrm>
            <a:off x="499105" y="3683249"/>
            <a:ext cx="3335960" cy="13849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Raw Data</a:t>
            </a:r>
          </a:p>
          <a:p>
            <a:pPr algn="ctr"/>
            <a:r>
              <a:rPr lang="en-US" dirty="0"/>
              <a:t>Businesses started with unorganized information stored in legacy databases which was difficult to interpret.</a:t>
            </a:r>
            <a:endParaRPr 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A3E232-FEE9-0A77-2D15-0B549EA173DC}"/>
              </a:ext>
            </a:extLst>
          </p:cNvPr>
          <p:cNvSpPr txBox="1"/>
          <p:nvPr/>
        </p:nvSpPr>
        <p:spPr>
          <a:xfrm>
            <a:off x="4428020" y="3683249"/>
            <a:ext cx="3335960" cy="110799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/>
              <a:t>Visual Dashboards</a:t>
            </a:r>
          </a:p>
          <a:p>
            <a:pPr algn="ctr"/>
            <a:r>
              <a:rPr lang="en-US"/>
              <a:t>Tools like </a:t>
            </a:r>
            <a:r>
              <a:rPr lang="en-US" i="1"/>
              <a:t>Microsoft Power BI</a:t>
            </a:r>
            <a:r>
              <a:rPr lang="en-US"/>
              <a:t> and </a:t>
            </a:r>
            <a:r>
              <a:rPr lang="en-US" i="1"/>
              <a:t>Tableau</a:t>
            </a:r>
            <a:r>
              <a:rPr lang="en-US"/>
              <a:t> enabled users to visualize trends through reports.</a:t>
            </a:r>
            <a:endParaRPr lang="en-US" sz="1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9021C-98C9-82E2-4E0A-2D617F9209CB}"/>
              </a:ext>
            </a:extLst>
          </p:cNvPr>
          <p:cNvSpPr txBox="1"/>
          <p:nvPr/>
        </p:nvSpPr>
        <p:spPr>
          <a:xfrm>
            <a:off x="8356935" y="3683249"/>
            <a:ext cx="3335960" cy="13849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 dirty="0"/>
              <a:t>AI Business Answers</a:t>
            </a:r>
          </a:p>
          <a:p>
            <a:pPr algn="ctr"/>
            <a:r>
              <a:rPr lang="en-US" dirty="0"/>
              <a:t>Modern agents use natural language to deliver instant insights, eliminating the need to navigate complex charts.</a:t>
            </a:r>
            <a:endParaRPr lang="en-US" sz="1600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1B72F88-F35A-51F2-E061-E23FB014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3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61782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>
            <a:extLst>
              <a:ext uri="{FF2B5EF4-FFF2-40B4-BE49-F238E27FC236}">
                <a16:creationId xmlns:a16="http://schemas.microsoft.com/office/drawing/2014/main" id="{565A8AD0-487A-1FD8-514E-32EB135E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Implementation Roadmap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D23DAB-1395-ECE3-29F9-8B6AD547C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123" y="730937"/>
            <a:ext cx="10428391" cy="249299"/>
          </a:xfrm>
        </p:spPr>
        <p:txBody>
          <a:bodyPr vert="horz" wrap="square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dirty="0"/>
              <a:t>From semantic model construction to publishing the governed agent to </a:t>
            </a:r>
            <a:r>
              <a:rPr lang="en-US"/>
              <a:t>stakeholder interfaces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8460-FB4C-B7A2-2C6A-07F74A848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47" t="21913" r="38198"/>
          <a:stretch>
            <a:fillRect/>
          </a:stretch>
        </p:blipFill>
        <p:spPr>
          <a:xfrm>
            <a:off x="4641850" y="1576257"/>
            <a:ext cx="2908300" cy="52962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67114B3-5EE1-AA6E-5DEF-CDBA69A0EE90}"/>
              </a:ext>
            </a:extLst>
          </p:cNvPr>
          <p:cNvSpPr txBox="1"/>
          <p:nvPr/>
        </p:nvSpPr>
        <p:spPr>
          <a:xfrm>
            <a:off x="783773" y="1913715"/>
            <a:ext cx="3785507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/>
              <a:t>Build &amp; Optimize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Construct semantic model in Power BI Desktop and optimize via MCP Server in VS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62BCB-3DEC-2441-9B44-4AEE9B49E447}"/>
              </a:ext>
            </a:extLst>
          </p:cNvPr>
          <p:cNvSpPr txBox="1"/>
          <p:nvPr/>
        </p:nvSpPr>
        <p:spPr>
          <a:xfrm>
            <a:off x="783773" y="3521355"/>
            <a:ext cx="3785507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/>
              <a:t>Agent Training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Train the agent with specific business definitions, guardrails, and instructions.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40F0B4-DBAD-188D-56A8-F63F519AE648}"/>
              </a:ext>
            </a:extLst>
          </p:cNvPr>
          <p:cNvSpPr txBox="1"/>
          <p:nvPr/>
        </p:nvSpPr>
        <p:spPr>
          <a:xfrm>
            <a:off x="783773" y="4953552"/>
            <a:ext cx="3785507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/>
              <a:t>Security Configuration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Enable enterprise security and Microsoft Entra ID protocols for governed access.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369318-3D20-0964-AB2F-4C625D6B6319}"/>
              </a:ext>
            </a:extLst>
          </p:cNvPr>
          <p:cNvSpPr txBox="1"/>
          <p:nvPr/>
        </p:nvSpPr>
        <p:spPr>
          <a:xfrm>
            <a:off x="7622720" y="2620736"/>
            <a:ext cx="3785507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/>
              <a:t>Fabric Integration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Publish the semantic model to Fabric and connect it to the Fabric Data Agent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D7AF45-BC62-DF5E-3A8A-E3CE34738237}"/>
              </a:ext>
            </a:extLst>
          </p:cNvPr>
          <p:cNvSpPr txBox="1"/>
          <p:nvPr/>
        </p:nvSpPr>
        <p:spPr>
          <a:xfrm>
            <a:off x="7622720" y="4224385"/>
            <a:ext cx="3785507" cy="8156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/>
              <a:t>Orchestration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Connect the Data Agent into Copilot Studio for multi-agent management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E5210B-9E0C-FDFF-E9B7-E9AD0F083425}"/>
              </a:ext>
            </a:extLst>
          </p:cNvPr>
          <p:cNvSpPr txBox="1"/>
          <p:nvPr/>
        </p:nvSpPr>
        <p:spPr>
          <a:xfrm>
            <a:off x="7622720" y="5532647"/>
            <a:ext cx="3785507" cy="10618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/>
              <a:t>Global Deployment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Publish the final agent to Microsoft Teams to enable broad stakeholder access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CACCD13-7CE8-9FCE-F4F6-4A494E81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4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93763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14CFD466-57E7-8A29-D79D-BDDB2908C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Modeling &amp; MCP Breakdown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7E6266-29CF-9B75-087A-C8618D190E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123" y="730937"/>
            <a:ext cx="11274147" cy="249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Technical optimization of the semantic model using MCP Server and VS Code integration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3B810-649A-953E-570C-492E741E22B1}"/>
              </a:ext>
            </a:extLst>
          </p:cNvPr>
          <p:cNvSpPr txBox="1"/>
          <p:nvPr/>
        </p:nvSpPr>
        <p:spPr>
          <a:xfrm>
            <a:off x="403449" y="1565029"/>
            <a:ext cx="3805694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pPr algn="l"/>
            <a:r>
              <a:rPr lang="en-US" sz="2200"/>
              <a:t>Power BI Desktop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A1C87E-89DA-1940-B79E-E75E13A49CCD}"/>
              </a:ext>
            </a:extLst>
          </p:cNvPr>
          <p:cNvSpPr txBox="1"/>
          <p:nvPr/>
        </p:nvSpPr>
        <p:spPr>
          <a:xfrm>
            <a:off x="403449" y="3275839"/>
            <a:ext cx="3805694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pPr algn="l"/>
            <a:r>
              <a:rPr lang="en-US" sz="2200" dirty="0"/>
              <a:t>MCP Server in VS Code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D06E81-1063-9D12-2C64-6A1A8EDABFA3}"/>
              </a:ext>
            </a:extLst>
          </p:cNvPr>
          <p:cNvSpPr/>
          <p:nvPr/>
        </p:nvSpPr>
        <p:spPr>
          <a:xfrm>
            <a:off x="403449" y="1926263"/>
            <a:ext cx="10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BE1A1D-D541-4EF6-6757-89050C15089C}"/>
              </a:ext>
            </a:extLst>
          </p:cNvPr>
          <p:cNvSpPr/>
          <p:nvPr/>
        </p:nvSpPr>
        <p:spPr>
          <a:xfrm>
            <a:off x="403449" y="3637073"/>
            <a:ext cx="1044000" cy="45719"/>
          </a:xfrm>
          <a:prstGeom prst="rect">
            <a:avLst/>
          </a:prstGeom>
          <a:solidFill>
            <a:srgbClr val="074F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690BD5-93D8-6B59-487B-2F6C128EBD13}"/>
              </a:ext>
            </a:extLst>
          </p:cNvPr>
          <p:cNvSpPr txBox="1"/>
          <p:nvPr/>
        </p:nvSpPr>
        <p:spPr>
          <a:xfrm>
            <a:off x="403449" y="2126139"/>
            <a:ext cx="3805694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/>
              <a:t>Foundation for model creation utilizing data modeling best practices, measures, and visual layers.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EA1E7B-D8FD-0982-FB1C-E9143A73F64F}"/>
              </a:ext>
            </a:extLst>
          </p:cNvPr>
          <p:cNvSpPr txBox="1"/>
          <p:nvPr/>
        </p:nvSpPr>
        <p:spPr>
          <a:xfrm>
            <a:off x="403449" y="3836949"/>
            <a:ext cx="3805694" cy="16312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Model performance optimization and cardinality analysis.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Implementation of </a:t>
            </a:r>
            <a:r>
              <a:rPr lang="en-US" sz="1600" b="1" dirty="0"/>
              <a:t>Row Level Security (RLS).</a:t>
            </a:r>
            <a:r>
              <a:rPr lang="en-US" sz="1600" dirty="0"/>
              <a:t>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Enhanced relationship management and semantic modeling.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DC23F6-30D8-579F-281A-0B75D351B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957" y="1234654"/>
            <a:ext cx="7644385" cy="5111934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5C57B4AE-5562-3385-6EB9-69A04D7C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5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06781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6CCD0F39-7258-18F4-1C40-72FEB8869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&amp; Deployment Layer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D00D0D-7699-C446-4527-1B2EB64A5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0" tIns="0" rIns="0" bIns="0" rtlCol="0" anchor="t">
            <a:spAutoFit/>
          </a:bodyPr>
          <a:lstStyle/>
          <a:p>
            <a:pPr marL="0" indent="0">
              <a:buNone/>
            </a:pPr>
            <a:r>
              <a:rPr lang="en-US" dirty="0"/>
              <a:t>Leveraging Fabric Data </a:t>
            </a:r>
            <a:r>
              <a:rPr lang="en-US"/>
              <a:t>Agent 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ECF683C-981C-6AD8-EE9A-FE111038887E}"/>
              </a:ext>
            </a:extLst>
          </p:cNvPr>
          <p:cNvCxnSpPr>
            <a:cxnSpLocks/>
          </p:cNvCxnSpPr>
          <p:nvPr/>
        </p:nvCxnSpPr>
        <p:spPr>
          <a:xfrm>
            <a:off x="3662695" y="1433461"/>
            <a:ext cx="0" cy="459143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65FC30C4-30A2-A083-59C4-E6C7E9FD6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931" y="1288316"/>
            <a:ext cx="8489241" cy="50361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2EA2FE-E0D1-61C7-F452-5BF86F8792F0}"/>
              </a:ext>
            </a:extLst>
          </p:cNvPr>
          <p:cNvSpPr txBox="1"/>
          <p:nvPr/>
        </p:nvSpPr>
        <p:spPr>
          <a:xfrm>
            <a:off x="403449" y="1565029"/>
            <a:ext cx="2688094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pPr algn="l"/>
            <a:r>
              <a:rPr lang="en-US" sz="2200" dirty="0"/>
              <a:t>Fabric Data Agent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8AA41-E3DB-7CD8-3249-E4E4DB17882B}"/>
              </a:ext>
            </a:extLst>
          </p:cNvPr>
          <p:cNvSpPr/>
          <p:nvPr/>
        </p:nvSpPr>
        <p:spPr>
          <a:xfrm>
            <a:off x="403449" y="1926263"/>
            <a:ext cx="1044000" cy="457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E078A-9BE7-7F7B-82F3-EE518FE06B92}"/>
              </a:ext>
            </a:extLst>
          </p:cNvPr>
          <p:cNvSpPr txBox="1"/>
          <p:nvPr/>
        </p:nvSpPr>
        <p:spPr>
          <a:xfrm>
            <a:off x="403449" y="2126139"/>
            <a:ext cx="2688094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Context-aware reasoning and insight generation.</a:t>
            </a:r>
          </a:p>
          <a:p>
            <a:r>
              <a:rPr lang="en-US" sz="1600" dirty="0"/>
              <a:t>Alignment with complex business rules.</a:t>
            </a:r>
          </a:p>
          <a:p>
            <a:r>
              <a:rPr lang="en-US" sz="1600" dirty="0"/>
              <a:t>Built-in guardrails and specialized instructions.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468DAB1-9C79-381A-629E-9E16A276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6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64481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6">
            <a:extLst>
              <a:ext uri="{FF2B5EF4-FFF2-40B4-BE49-F238E27FC236}">
                <a16:creationId xmlns:a16="http://schemas.microsoft.com/office/drawing/2014/main" id="{F6C39FF0-D293-48C7-2C55-A346711EB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&amp; Deployment Layer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C4F915-9DF1-F49F-4F65-453848AB9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123" y="730937"/>
            <a:ext cx="11734677" cy="249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Copilot Studio for multi-agent orchestration and enterprise governance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20988E-14D0-4772-46ED-755F607FE585}"/>
              </a:ext>
            </a:extLst>
          </p:cNvPr>
          <p:cNvCxnSpPr>
            <a:cxnSpLocks/>
          </p:cNvCxnSpPr>
          <p:nvPr/>
        </p:nvCxnSpPr>
        <p:spPr>
          <a:xfrm>
            <a:off x="3652862" y="1512119"/>
            <a:ext cx="0" cy="459143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EF3FD7-2D90-4C0C-AEDA-1A15F8CE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413" y="1194072"/>
            <a:ext cx="8539138" cy="497653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631ACC-6358-C9CD-2E26-80E6BA5EFB88}"/>
              </a:ext>
            </a:extLst>
          </p:cNvPr>
          <p:cNvSpPr txBox="1"/>
          <p:nvPr/>
        </p:nvSpPr>
        <p:spPr>
          <a:xfrm>
            <a:off x="403449" y="1565029"/>
            <a:ext cx="2499408" cy="33855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b="1"/>
            </a:lvl1pPr>
          </a:lstStyle>
          <a:p>
            <a:pPr algn="l"/>
            <a:r>
              <a:rPr lang="en-US" sz="2200" dirty="0"/>
              <a:t>Copilot Studio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E0A105-0D70-21AF-85A6-7FF5B9DDA508}"/>
              </a:ext>
            </a:extLst>
          </p:cNvPr>
          <p:cNvSpPr/>
          <p:nvPr/>
        </p:nvSpPr>
        <p:spPr>
          <a:xfrm>
            <a:off x="403449" y="1926263"/>
            <a:ext cx="1044000" cy="45719"/>
          </a:xfrm>
          <a:prstGeom prst="rect">
            <a:avLst/>
          </a:prstGeom>
          <a:solidFill>
            <a:srgbClr val="074F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0D192-9225-F450-94E2-5F52C1727703}"/>
              </a:ext>
            </a:extLst>
          </p:cNvPr>
          <p:cNvSpPr txBox="1"/>
          <p:nvPr/>
        </p:nvSpPr>
        <p:spPr>
          <a:xfrm>
            <a:off x="403449" y="2126139"/>
            <a:ext cx="2499408" cy="12311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/>
            </a:lvl1pPr>
          </a:lstStyle>
          <a:p>
            <a:r>
              <a:rPr lang="en-US" dirty="0"/>
              <a:t>Manages agent creation, multi-agent orchestration, and deployment to Microsoft Teams with Entra ID integration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0EC9B882-B462-59D7-A464-AE4528F6E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7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79848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5C00B88-F154-EB2E-9447-B791D6FD3395}"/>
              </a:ext>
            </a:extLst>
          </p:cNvPr>
          <p:cNvCxnSpPr/>
          <p:nvPr/>
        </p:nvCxnSpPr>
        <p:spPr>
          <a:xfrm>
            <a:off x="6085617" y="3024536"/>
            <a:ext cx="0" cy="157298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835B3B-781F-BB13-A957-EC237EF14AA4}"/>
              </a:ext>
            </a:extLst>
          </p:cNvPr>
          <p:cNvSpPr/>
          <p:nvPr/>
        </p:nvSpPr>
        <p:spPr>
          <a:xfrm flipH="1">
            <a:off x="6875731" y="2888343"/>
            <a:ext cx="1492556" cy="1709178"/>
          </a:xfrm>
          <a:custGeom>
            <a:avLst/>
            <a:gdLst>
              <a:gd name="csX0" fmla="*/ 18836 w 1668635"/>
              <a:gd name="csY0" fmla="*/ 2119085 h 2119085"/>
              <a:gd name="csX1" fmla="*/ 207522 w 1668635"/>
              <a:gd name="csY1" fmla="*/ 1306285 h 2119085"/>
              <a:gd name="csX2" fmla="*/ 1499294 w 1668635"/>
              <a:gd name="csY2" fmla="*/ 972457 h 2119085"/>
              <a:gd name="csX3" fmla="*/ 1615408 w 1668635"/>
              <a:gd name="csY3" fmla="*/ 0 h 2119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68635" h="2119085">
                <a:moveTo>
                  <a:pt x="18836" y="2119085"/>
                </a:moveTo>
                <a:cubicBezTo>
                  <a:pt x="-10193" y="1808237"/>
                  <a:pt x="-39221" y="1497390"/>
                  <a:pt x="207522" y="1306285"/>
                </a:cubicBezTo>
                <a:cubicBezTo>
                  <a:pt x="454265" y="1115180"/>
                  <a:pt x="1264646" y="1190171"/>
                  <a:pt x="1499294" y="972457"/>
                </a:cubicBezTo>
                <a:cubicBezTo>
                  <a:pt x="1733942" y="754743"/>
                  <a:pt x="1674675" y="377371"/>
                  <a:pt x="1615408" y="0"/>
                </a:cubicBezTo>
              </a:path>
            </a:pathLst>
          </a:custGeom>
          <a:ln w="12700"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B45E676-3D4F-69CE-B9AE-68DC95FA8719}"/>
              </a:ext>
            </a:extLst>
          </p:cNvPr>
          <p:cNvSpPr/>
          <p:nvPr/>
        </p:nvSpPr>
        <p:spPr>
          <a:xfrm>
            <a:off x="3837009" y="2888343"/>
            <a:ext cx="1492556" cy="1709178"/>
          </a:xfrm>
          <a:custGeom>
            <a:avLst/>
            <a:gdLst>
              <a:gd name="csX0" fmla="*/ 18836 w 1668635"/>
              <a:gd name="csY0" fmla="*/ 2119085 h 2119085"/>
              <a:gd name="csX1" fmla="*/ 207522 w 1668635"/>
              <a:gd name="csY1" fmla="*/ 1306285 h 2119085"/>
              <a:gd name="csX2" fmla="*/ 1499294 w 1668635"/>
              <a:gd name="csY2" fmla="*/ 972457 h 2119085"/>
              <a:gd name="csX3" fmla="*/ 1615408 w 1668635"/>
              <a:gd name="csY3" fmla="*/ 0 h 211908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68635" h="2119085">
                <a:moveTo>
                  <a:pt x="18836" y="2119085"/>
                </a:moveTo>
                <a:cubicBezTo>
                  <a:pt x="-10193" y="1808237"/>
                  <a:pt x="-39221" y="1497390"/>
                  <a:pt x="207522" y="1306285"/>
                </a:cubicBezTo>
                <a:cubicBezTo>
                  <a:pt x="454265" y="1115180"/>
                  <a:pt x="1264646" y="1190171"/>
                  <a:pt x="1499294" y="972457"/>
                </a:cubicBezTo>
                <a:cubicBezTo>
                  <a:pt x="1733942" y="754743"/>
                  <a:pt x="1674675" y="377371"/>
                  <a:pt x="1615408" y="0"/>
                </a:cubicBezTo>
              </a:path>
            </a:pathLst>
          </a:custGeom>
          <a:ln w="12700">
            <a:solidFill>
              <a:schemeClr val="bg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9BF4DD-E684-C2C0-30B2-54D6471D2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Agent Orchestration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858D27-2C3D-740F-BF3B-DD4AE25BC7ED}"/>
              </a:ext>
            </a:extLst>
          </p:cNvPr>
          <p:cNvSpPr/>
          <p:nvPr/>
        </p:nvSpPr>
        <p:spPr>
          <a:xfrm>
            <a:off x="1190171" y="2046515"/>
            <a:ext cx="1683658" cy="1121229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</a:rPr>
              <a:t>User Query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783F3-5E37-C2FA-A7B3-6D92F0B6007B}"/>
              </a:ext>
            </a:extLst>
          </p:cNvPr>
          <p:cNvSpPr/>
          <p:nvPr/>
        </p:nvSpPr>
        <p:spPr>
          <a:xfrm>
            <a:off x="3809197" y="2046515"/>
            <a:ext cx="4515548" cy="112122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Parent Agent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98DA35-151F-E328-D1BF-CAAE6713FEE8}"/>
              </a:ext>
            </a:extLst>
          </p:cNvPr>
          <p:cNvSpPr/>
          <p:nvPr/>
        </p:nvSpPr>
        <p:spPr>
          <a:xfrm>
            <a:off x="9260113" y="2046515"/>
            <a:ext cx="1906223" cy="1121229"/>
          </a:xfrm>
          <a:prstGeom prst="rect">
            <a:avLst/>
          </a:prstGeom>
          <a:solidFill>
            <a:schemeClr val="accent3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bg1"/>
                </a:solidFill>
              </a:rPr>
              <a:t>Output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40773E-EFB3-54CB-EFC6-7BB3148EB805}"/>
              </a:ext>
            </a:extLst>
          </p:cNvPr>
          <p:cNvSpPr/>
          <p:nvPr/>
        </p:nvSpPr>
        <p:spPr>
          <a:xfrm>
            <a:off x="3195965" y="4588549"/>
            <a:ext cx="1277258" cy="12772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Agent 1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D2AFC6-1FAA-62E0-3927-670D8FC65421}"/>
              </a:ext>
            </a:extLst>
          </p:cNvPr>
          <p:cNvSpPr/>
          <p:nvPr/>
        </p:nvSpPr>
        <p:spPr>
          <a:xfrm>
            <a:off x="5446988" y="4588549"/>
            <a:ext cx="1277258" cy="12772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Agent 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9D2927-19FE-22AB-6348-6EFECC975B44}"/>
              </a:ext>
            </a:extLst>
          </p:cNvPr>
          <p:cNvSpPr/>
          <p:nvPr/>
        </p:nvSpPr>
        <p:spPr>
          <a:xfrm>
            <a:off x="7698010" y="4588549"/>
            <a:ext cx="1277258" cy="12772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IN" b="1">
                <a:solidFill>
                  <a:schemeClr val="tx1"/>
                </a:solidFill>
              </a:rPr>
              <a:t>Agent 3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A6DCF2-1A4F-2334-8137-288722C54BA4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873829" y="2607130"/>
            <a:ext cx="93536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53583A-183B-C1FC-55B8-386ECF5F80B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8324745" y="2607130"/>
            <a:ext cx="93536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46EBA47D-CB87-AA14-28C4-8C1AB1A5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8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804956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E93845-5B07-B200-1749-049D7BA26D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b="1325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60899FD-50E3-7619-8179-5AF9A9593DB0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40000"/>
                </a:schemeClr>
              </a:gs>
              <a:gs pos="43000">
                <a:schemeClr val="tx2">
                  <a:alpha val="70000"/>
                </a:schemeClr>
              </a:gs>
              <a:gs pos="70000">
                <a:schemeClr val="tx2">
                  <a:alpha val="91000"/>
                </a:schemeClr>
              </a:gs>
              <a:gs pos="98000">
                <a:schemeClr val="tx2">
                  <a:alpha val="19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61F205-93A1-27A6-BE67-14C22CE49D68}"/>
              </a:ext>
            </a:extLst>
          </p:cNvPr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9BEA38-E60E-68C7-C323-AF1E9B2FDD5D}"/>
              </a:ext>
            </a:extLst>
          </p:cNvPr>
          <p:cNvSpPr/>
          <p:nvPr/>
        </p:nvSpPr>
        <p:spPr>
          <a:xfrm>
            <a:off x="95250" y="711200"/>
            <a:ext cx="4288064" cy="5024497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40000"/>
                </a:schemeClr>
              </a:gs>
              <a:gs pos="43000">
                <a:schemeClr val="tx2">
                  <a:alpha val="70000"/>
                </a:schemeClr>
              </a:gs>
              <a:gs pos="79000">
                <a:schemeClr val="tx2">
                  <a:alpha val="10000"/>
                </a:schemeClr>
              </a:gs>
              <a:gs pos="98000">
                <a:schemeClr val="tx2">
                  <a:alpha val="1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FC8F6-270C-114A-31FD-C1827C754BDB}"/>
              </a:ext>
            </a:extLst>
          </p:cNvPr>
          <p:cNvSpPr txBox="1"/>
          <p:nvPr/>
        </p:nvSpPr>
        <p:spPr>
          <a:xfrm>
            <a:off x="261257" y="1004615"/>
            <a:ext cx="4005943" cy="13542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Real-World Use Case Scenario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4C1E39-D498-9194-1E54-239FEFF64AB1}"/>
              </a:ext>
            </a:extLst>
          </p:cNvPr>
          <p:cNvSpPr txBox="1"/>
          <p:nvPr/>
        </p:nvSpPr>
        <p:spPr>
          <a:xfrm>
            <a:off x="261257" y="2575618"/>
            <a:ext cx="4005943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Context-aware reasoning applied to a regional revenue drop in a Teams-based healthcare or retail environment. A stakeholder asks: </a:t>
            </a:r>
            <a:r>
              <a:rPr lang="en-US" b="1" dirty="0">
                <a:solidFill>
                  <a:schemeClr val="bg1"/>
                </a:solidFill>
              </a:rPr>
              <a:t>Why did Cardiology revenue drop in Q3 ? </a:t>
            </a:r>
            <a:r>
              <a:rPr lang="en-US" dirty="0">
                <a:solidFill>
                  <a:schemeClr val="bg1"/>
                </a:solidFill>
              </a:rPr>
              <a:t>The Agent understands context, </a:t>
            </a:r>
            <a:r>
              <a:rPr lang="en-US" b="1" dirty="0">
                <a:solidFill>
                  <a:schemeClr val="bg1"/>
                </a:solidFill>
              </a:rPr>
              <a:t>applies RLS,</a:t>
            </a:r>
            <a:r>
              <a:rPr lang="en-US" dirty="0">
                <a:solidFill>
                  <a:schemeClr val="bg1"/>
                </a:solidFill>
              </a:rPr>
              <a:t> analyzes the semantic model, explains drivers, and suggests drill-downs</a:t>
            </a:r>
          </a:p>
        </p:txBody>
      </p:sp>
    </p:spTree>
    <p:extLst>
      <p:ext uri="{BB962C8B-B14F-4D97-AF65-F5344CB8AC3E}">
        <p14:creationId xmlns:p14="http://schemas.microsoft.com/office/powerpoint/2010/main" val="56375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9">
            <a:extLst>
              <a:ext uri="{FF2B5EF4-FFF2-40B4-BE49-F238E27FC236}">
                <a16:creationId xmlns:a16="http://schemas.microsoft.com/office/drawing/2014/main" id="{8CF79A22-0308-A4D3-355F-1D5FA1618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Hospital Network Transforms Decisions with a Copilot BI Agent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20081C-DF9A-613D-0FE3-9FE8F04D7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123" y="730937"/>
            <a:ext cx="9543019" cy="249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Secure, contextual financial insights delivered in Microsoft Teams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21F61-69C1-5C6C-2DC8-6AB679973C1D}"/>
              </a:ext>
            </a:extLst>
          </p:cNvPr>
          <p:cNvSpPr txBox="1"/>
          <p:nvPr/>
        </p:nvSpPr>
        <p:spPr>
          <a:xfrm>
            <a:off x="1199536" y="1846093"/>
            <a:ext cx="1625521" cy="61555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2000" b="1"/>
              <a:t>Business challenge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BD636-72A8-D3C6-0E17-F6F144363DD8}"/>
              </a:ext>
            </a:extLst>
          </p:cNvPr>
          <p:cNvSpPr txBox="1"/>
          <p:nvPr/>
        </p:nvSpPr>
        <p:spPr>
          <a:xfrm>
            <a:off x="470386" y="2677124"/>
            <a:ext cx="2526814" cy="29392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sz="1600">
                <a:solidFill>
                  <a:schemeClr val="tx1"/>
                </a:solidFill>
              </a:rPr>
              <a:t>Delayed executive financial answers slowing decisions</a:t>
            </a:r>
          </a:p>
          <a:p>
            <a:r>
              <a:rPr lang="en-US" sz="1600">
                <a:solidFill>
                  <a:schemeClr val="tx1"/>
                </a:solidFill>
              </a:rPr>
              <a:t>High reliance on Bl team for ad hoc analysis</a:t>
            </a:r>
          </a:p>
          <a:p>
            <a:r>
              <a:rPr lang="en-US" sz="1600">
                <a:solidFill>
                  <a:schemeClr val="tx1"/>
                </a:solidFill>
              </a:rPr>
              <a:t>Complex dashboards with limited clarity for executives</a:t>
            </a:r>
          </a:p>
          <a:p>
            <a:r>
              <a:rPr lang="en-US" sz="1600">
                <a:solidFill>
                  <a:schemeClr val="tx1"/>
                </a:solidFill>
              </a:rPr>
              <a:t>Strict compliance and row level security requirements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CC57D4-5EEB-4546-96FE-414B905EA083}"/>
              </a:ext>
            </a:extLst>
          </p:cNvPr>
          <p:cNvSpPr txBox="1"/>
          <p:nvPr/>
        </p:nvSpPr>
        <p:spPr>
          <a:xfrm>
            <a:off x="10031901" y="1846093"/>
            <a:ext cx="1625521" cy="61555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2000" b="1"/>
              <a:t>Real impact example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B0EAB75-CBC0-C82C-3234-F4C6849AAF46}"/>
              </a:ext>
            </a:extLst>
          </p:cNvPr>
          <p:cNvCxnSpPr>
            <a:cxnSpLocks/>
          </p:cNvCxnSpPr>
          <p:nvPr/>
        </p:nvCxnSpPr>
        <p:spPr>
          <a:xfrm>
            <a:off x="9027691" y="1728108"/>
            <a:ext cx="0" cy="434249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56F67-38A2-6308-6F1E-3C24900E0582}"/>
              </a:ext>
            </a:extLst>
          </p:cNvPr>
          <p:cNvCxnSpPr>
            <a:cxnSpLocks/>
          </p:cNvCxnSpPr>
          <p:nvPr/>
        </p:nvCxnSpPr>
        <p:spPr>
          <a:xfrm>
            <a:off x="6083569" y="1728108"/>
            <a:ext cx="0" cy="434249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12A076-4B98-7F13-DAFF-ED0DD0C448AF}"/>
              </a:ext>
            </a:extLst>
          </p:cNvPr>
          <p:cNvCxnSpPr>
            <a:cxnSpLocks/>
          </p:cNvCxnSpPr>
          <p:nvPr/>
        </p:nvCxnSpPr>
        <p:spPr>
          <a:xfrm>
            <a:off x="3139447" y="1728108"/>
            <a:ext cx="0" cy="4342491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3E0389E-0522-B437-74BB-BC3A2AA1B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5" t="36890" r="87805" b="47291"/>
          <a:stretch>
            <a:fillRect/>
          </a:stretch>
        </p:blipFill>
        <p:spPr>
          <a:xfrm>
            <a:off x="470387" y="1865757"/>
            <a:ext cx="673129" cy="6771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1351F5-23D8-46BF-9EEA-56436869A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93" t="36890" r="16497" b="47291"/>
          <a:stretch>
            <a:fillRect/>
          </a:stretch>
        </p:blipFill>
        <p:spPr>
          <a:xfrm>
            <a:off x="9302752" y="1865757"/>
            <a:ext cx="673129" cy="67710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CC4943B-4E14-AE9B-9357-E014B0CA4819}"/>
              </a:ext>
            </a:extLst>
          </p:cNvPr>
          <p:cNvSpPr txBox="1"/>
          <p:nvPr/>
        </p:nvSpPr>
        <p:spPr>
          <a:xfrm>
            <a:off x="4077250" y="1846093"/>
            <a:ext cx="1625521" cy="61555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2000" b="1"/>
              <a:t>Solution architecture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FDBDF3-071E-92DC-9938-35FA41DF5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7" t="36890" r="63733" b="47291"/>
          <a:stretch>
            <a:fillRect/>
          </a:stretch>
        </p:blipFill>
        <p:spPr>
          <a:xfrm>
            <a:off x="3348101" y="1865757"/>
            <a:ext cx="673129" cy="67710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98FAA9A-3B36-F84A-7126-6FCECC386103}"/>
              </a:ext>
            </a:extLst>
          </p:cNvPr>
          <p:cNvSpPr txBox="1"/>
          <p:nvPr/>
        </p:nvSpPr>
        <p:spPr>
          <a:xfrm>
            <a:off x="3348101" y="2677124"/>
            <a:ext cx="2526814" cy="31854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sz="1600">
                <a:solidFill>
                  <a:schemeClr val="tx1"/>
                </a:solidFill>
              </a:rPr>
              <a:t>Microsoft Power BI with optimized hospital semantic model</a:t>
            </a:r>
          </a:p>
          <a:p>
            <a:r>
              <a:rPr lang="en-US" sz="1600">
                <a:solidFill>
                  <a:schemeClr val="tx1"/>
                </a:solidFill>
              </a:rPr>
              <a:t>MCP Server (VS Code) for performance tuning and RLS</a:t>
            </a:r>
          </a:p>
          <a:p>
            <a:r>
              <a:rPr lang="en-US" sz="1600">
                <a:solidFill>
                  <a:schemeClr val="tx1"/>
                </a:solidFill>
              </a:rPr>
              <a:t>Microsoft Fabric Data Agent for natural language reasoning</a:t>
            </a:r>
          </a:p>
          <a:p>
            <a:r>
              <a:rPr lang="en-US" sz="1600">
                <a:solidFill>
                  <a:schemeClr val="tx1"/>
                </a:solidFill>
              </a:rPr>
              <a:t>Microsoft Copilot Studio and Entra ID for secure deployment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B9E428-91FE-E96A-4460-E41202951B1C}"/>
              </a:ext>
            </a:extLst>
          </p:cNvPr>
          <p:cNvSpPr txBox="1"/>
          <p:nvPr/>
        </p:nvSpPr>
        <p:spPr>
          <a:xfrm>
            <a:off x="7021372" y="1846093"/>
            <a:ext cx="1625521" cy="61555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2000" b="1"/>
              <a:t>Delivery and access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DDC6EA-CCAA-0CFF-90A7-08763C7FC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2" t="36890" r="40308" b="47291"/>
          <a:stretch>
            <a:fillRect/>
          </a:stretch>
        </p:blipFill>
        <p:spPr>
          <a:xfrm>
            <a:off x="6292223" y="1865757"/>
            <a:ext cx="673129" cy="6771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A2CF615-8D8C-AE85-C17B-855277D72B55}"/>
              </a:ext>
            </a:extLst>
          </p:cNvPr>
          <p:cNvSpPr txBox="1"/>
          <p:nvPr/>
        </p:nvSpPr>
        <p:spPr>
          <a:xfrm>
            <a:off x="6292223" y="2677124"/>
            <a:ext cx="2526814" cy="26930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sz="1600">
                <a:solidFill>
                  <a:schemeClr val="tx1"/>
                </a:solidFill>
              </a:rPr>
              <a:t>Delivered directly via Microsoft Teams for executives</a:t>
            </a:r>
          </a:p>
          <a:p>
            <a:r>
              <a:rPr lang="en-US" sz="1600">
                <a:solidFill>
                  <a:schemeClr val="tx1"/>
                </a:solidFill>
              </a:rPr>
              <a:t>Role based access control enforced by Microsoft Entra ID</a:t>
            </a:r>
          </a:p>
          <a:p>
            <a:r>
              <a:rPr lang="en-US" sz="1600">
                <a:solidFill>
                  <a:schemeClr val="tx1"/>
                </a:solidFill>
              </a:rPr>
              <a:t>Automatic RLS applied per user request</a:t>
            </a:r>
          </a:p>
          <a:p>
            <a:r>
              <a:rPr lang="en-US" sz="1600">
                <a:solidFill>
                  <a:schemeClr val="tx1"/>
                </a:solidFill>
              </a:rPr>
              <a:t>Performance tuned for real time responses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B5C345-7393-1593-791F-DBC406A9D3BB}"/>
              </a:ext>
            </a:extLst>
          </p:cNvPr>
          <p:cNvSpPr txBox="1"/>
          <p:nvPr/>
        </p:nvSpPr>
        <p:spPr>
          <a:xfrm>
            <a:off x="9302752" y="2677124"/>
            <a:ext cx="2526814" cy="26930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solidFill>
                  <a:schemeClr val="bg1"/>
                </a:solidFill>
              </a:defRPr>
            </a:lvl1pPr>
          </a:lstStyle>
          <a:p>
            <a:r>
              <a:rPr lang="en-US" sz="1600">
                <a:solidFill>
                  <a:schemeClr val="tx1"/>
                </a:solidFill>
              </a:rPr>
              <a:t>CFO asked why Cardiology revenue dropped?</a:t>
            </a:r>
          </a:p>
          <a:p>
            <a:r>
              <a:rPr lang="en-US" sz="1600">
                <a:solidFill>
                  <a:schemeClr val="tx1"/>
                </a:solidFill>
              </a:rPr>
              <a:t>Agent analyzed admissions, procedure volumes, payer mix</a:t>
            </a:r>
          </a:p>
          <a:p>
            <a:r>
              <a:rPr lang="en-US" sz="1600">
                <a:solidFill>
                  <a:schemeClr val="tx1"/>
                </a:solidFill>
              </a:rPr>
              <a:t>Detected increased claim rejection rates</a:t>
            </a:r>
          </a:p>
          <a:p>
            <a:r>
              <a:rPr lang="en-US" sz="1600">
                <a:solidFill>
                  <a:schemeClr val="tx1"/>
                </a:solidFill>
              </a:rPr>
              <a:t>Quantified revenue impact within seconds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6E62E4D-85E5-6E29-F2F1-61CBB033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10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69017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1C3D-BAA0-FDED-7887-9E69F563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Understand star schema and the importance for Power BI - Power BI |  Microsoft Learn">
            <a:extLst>
              <a:ext uri="{FF2B5EF4-FFF2-40B4-BE49-F238E27FC236}">
                <a16:creationId xmlns:a16="http://schemas.microsoft.com/office/drawing/2014/main" id="{DD54DE42-6EA0-4C6F-D194-699E17C83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79914"/>
            <a:ext cx="6408217" cy="4375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11456A7-3F90-7B1F-734B-0924AC9F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Semantic Model Recommendations for Agent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ACE8424F-EDD7-0F14-D22E-3375FCC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EC7B1-D403-4071-8437-B18E6AC995FD}" type="slidenum">
              <a:rPr kumimoji="0" lang="en-NZ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NZ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B8A82CE-6DAB-708F-85DE-F41DDA5403A7}"/>
              </a:ext>
            </a:extLst>
          </p:cNvPr>
          <p:cNvGrpSpPr/>
          <p:nvPr/>
        </p:nvGrpSpPr>
        <p:grpSpPr>
          <a:xfrm>
            <a:off x="7031737" y="1251315"/>
            <a:ext cx="4703064" cy="5122054"/>
            <a:chOff x="1507671" y="2524079"/>
            <a:chExt cx="4243703" cy="646259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197FF2F-EC81-C453-FD06-3F0A3B5DF825}"/>
                </a:ext>
              </a:extLst>
            </p:cNvPr>
            <p:cNvSpPr txBox="1"/>
            <p:nvPr/>
          </p:nvSpPr>
          <p:spPr>
            <a:xfrm>
              <a:off x="1507671" y="2524079"/>
              <a:ext cx="4243703" cy="457444"/>
            </a:xfrm>
            <a:prstGeom prst="rect">
              <a:avLst/>
            </a:prstGeom>
            <a:solidFill>
              <a:schemeClr val="accent2"/>
            </a:solidFill>
          </p:spPr>
          <p:txBody>
            <a:bodyPr wrap="square" tIns="72000" bIns="72000" rtlCol="0" anchor="ctr" anchorCtr="0">
              <a:noAutofit/>
            </a:bodyPr>
            <a:lstStyle/>
            <a:p>
              <a:pPr marL="115888"/>
              <a:endParaRPr lang="en-US" sz="2000" b="1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6B0C6A-D5D1-99AB-3971-37DA49F9075B}"/>
                </a:ext>
              </a:extLst>
            </p:cNvPr>
            <p:cNvSpPr txBox="1"/>
            <p:nvPr/>
          </p:nvSpPr>
          <p:spPr>
            <a:xfrm>
              <a:off x="1631106" y="3032734"/>
              <a:ext cx="3996832" cy="59539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Keep the model clean by removing unnecessary rows, columns, and tables.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Structure dimension and fact tables effectively to support analysis.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Define accurate relationships with appropriate cardinality.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Implement role-based security to protect sensitive data.</a:t>
              </a: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2000">
                  <a:ea typeface="Calibri"/>
                  <a:cs typeface="Calibri"/>
                </a:rPr>
                <a:t>Document the model comprehensively for easy reference.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57B81F-00FE-235C-B7F2-B6815B82ECC8}"/>
                </a:ext>
              </a:extLst>
            </p:cNvPr>
            <p:cNvSpPr txBox="1"/>
            <p:nvPr/>
          </p:nvSpPr>
          <p:spPr>
            <a:xfrm>
              <a:off x="1622392" y="2556616"/>
              <a:ext cx="3997760" cy="30777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ea typeface="Calibri"/>
                  <a:cs typeface="Calibri"/>
                </a:rPr>
                <a:t>General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141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5FF6-EF07-3726-15AC-BAE379DEF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5E7539A-20B4-585D-4810-DDB7B4314AC4}"/>
              </a:ext>
            </a:extLst>
          </p:cNvPr>
          <p:cNvSpPr txBox="1"/>
          <p:nvPr/>
        </p:nvSpPr>
        <p:spPr>
          <a:xfrm>
            <a:off x="393794" y="916375"/>
            <a:ext cx="11404411" cy="49083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285750" indent="-285750">
              <a:buFont typeface="Arial"/>
              <a:buChar char="•"/>
              <a:defRPr>
                <a:ea typeface="Calibri"/>
                <a:cs typeface="Calibri"/>
              </a:defRPr>
            </a:lvl1pPr>
          </a:lstStyle>
          <a:p>
            <a:pPr>
              <a:lnSpc>
                <a:spcPct val="200000"/>
              </a:lnSpc>
            </a:pPr>
            <a:r>
              <a:rPr lang="en-US" dirty="0"/>
              <a:t>Your administrator needs to enable Data Agent in Microsoft Fabric.</a:t>
            </a:r>
          </a:p>
          <a:p>
            <a:pPr>
              <a:lnSpc>
                <a:spcPct val="200000"/>
              </a:lnSpc>
            </a:pPr>
            <a:r>
              <a:rPr lang="en-US" b="1" dirty="0"/>
              <a:t>Microsoft Fabric Capacity</a:t>
            </a:r>
            <a:r>
              <a:rPr lang="en-US" dirty="0"/>
              <a:t> (F SKU or above)</a:t>
            </a:r>
          </a:p>
          <a:p>
            <a:pPr>
              <a:lnSpc>
                <a:spcPct val="200000"/>
              </a:lnSpc>
            </a:pPr>
            <a:r>
              <a:rPr lang="en-US" dirty="0"/>
              <a:t>Your Fabric capacity needs to be in one of the regions listed in Fabric region availability. </a:t>
            </a:r>
          </a:p>
          <a:p>
            <a:pPr>
              <a:lnSpc>
                <a:spcPct val="200000"/>
              </a:lnSpc>
            </a:pPr>
            <a:r>
              <a:rPr lang="en-US" dirty="0"/>
              <a:t>Power BI Pro or Premium Per User (PPU).</a:t>
            </a:r>
          </a:p>
          <a:p>
            <a:pPr>
              <a:lnSpc>
                <a:spcPct val="200000"/>
              </a:lnSpc>
            </a:pPr>
            <a:r>
              <a:rPr lang="en-US" dirty="0"/>
              <a:t>Copilot Studio license</a:t>
            </a:r>
          </a:p>
          <a:p>
            <a:pPr>
              <a:lnSpc>
                <a:spcPct val="200000"/>
              </a:lnSpc>
            </a:pPr>
            <a:r>
              <a:rPr lang="en-US" dirty="0"/>
              <a:t>Access to </a:t>
            </a:r>
            <a:r>
              <a:rPr lang="en-US" b="1" dirty="0"/>
              <a:t>Fabric Data Agent</a:t>
            </a:r>
          </a:p>
          <a:p>
            <a:pPr>
              <a:lnSpc>
                <a:spcPct val="200000"/>
              </a:lnSpc>
            </a:pPr>
            <a:r>
              <a:rPr lang="en-US" dirty="0"/>
              <a:t>Microsoft Teams access for end users</a:t>
            </a:r>
          </a:p>
          <a:p>
            <a:pPr>
              <a:lnSpc>
                <a:spcPct val="200000"/>
              </a:lnSpc>
            </a:pPr>
            <a:r>
              <a:rPr lang="en-US" dirty="0"/>
              <a:t>VS Code Installed</a:t>
            </a:r>
          </a:p>
          <a:p>
            <a:pPr>
              <a:lnSpc>
                <a:spcPct val="200000"/>
              </a:lnSpc>
            </a:pPr>
            <a:r>
              <a:rPr lang="en-US" dirty="0"/>
              <a:t>MCP Server configured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E65C5D-90FC-51A0-B9D9-7AE5CD012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requirements - Copilot Powered BI Agent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9DEBF25-EBC6-53B3-3A7A-2F0C013D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FEC7B1-D403-4071-8437-B18E6AC995FD}" type="slidenum">
              <a:rPr kumimoji="0" lang="en-NZ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NZ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38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85BA-21D4-8F8F-BE71-B08E9AB0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5C915A-582C-2C62-8F6A-CBDF919209FE}"/>
              </a:ext>
            </a:extLst>
          </p:cNvPr>
          <p:cNvSpPr txBox="1"/>
          <p:nvPr/>
        </p:nvSpPr>
        <p:spPr>
          <a:xfrm>
            <a:off x="352614" y="1018235"/>
            <a:ext cx="11404411" cy="5044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285750" indent="-285750">
              <a:buFont typeface="Arial"/>
              <a:buChar char="•"/>
              <a:defRPr>
                <a:ea typeface="Calibri"/>
                <a:cs typeface="Calibri"/>
              </a:defRPr>
            </a:lvl1pPr>
          </a:lstStyle>
          <a:p>
            <a:pPr>
              <a:lnSpc>
                <a:spcPct val="150000"/>
              </a:lnSpc>
            </a:pPr>
            <a:r>
              <a:rPr lang="en-US" b="1" dirty="0"/>
              <a:t>Semantic Model Dependency: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Agent perform based on Semantic model. AI does NOT fix bad data modeling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Natural Language Understanding Constraints: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Even though it's conversational, Business slang not defined in metadata may return wrong insights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RLS &amp; Security Complexity: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Incorrect role mapping can expose or restrict data incorrectly.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Security must be designed carefully before AI exposure.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Performance &amp; Scale Constraints: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High concurrent users in Teams can affect responsiveness.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Complex DAX calculations increase query time.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Licensing &amp; Cost Considerations: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Costs can increase if: Fabric capacity is under-provisioned, User base scales.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Limited Custom Logic in Fabric Data Agent: </a:t>
            </a:r>
          </a:p>
          <a:p>
            <a:pPr lvl="1">
              <a:lnSpc>
                <a:spcPct val="150000"/>
              </a:lnSpc>
            </a:pPr>
            <a:r>
              <a:rPr lang="en-US" sz="1400" dirty="0"/>
              <a:t>Cannot fully customize the Agent like a pure Azure OpenAI solution.</a:t>
            </a:r>
          </a:p>
        </p:txBody>
      </p:sp>
      <p:pic>
        <p:nvPicPr>
          <p:cNvPr id="9218" name="Picture 2" descr="Limitation - Free signaling icons">
            <a:extLst>
              <a:ext uri="{FF2B5EF4-FFF2-40B4-BE49-F238E27FC236}">
                <a16:creationId xmlns:a16="http://schemas.microsoft.com/office/drawing/2014/main" id="{B2F3293B-8D6C-5CE9-7E6A-6E5986E30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682" y="2301875"/>
            <a:ext cx="4046742" cy="4046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F9EA3F1-5207-57E9-D528-4521BE00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with Copilot powered BI Agent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6D4EE8-D414-40D1-DC78-9EA2453E2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13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1254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DCEB-9BE6-3614-A775-5C4E81B0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Layered Rollback Procedures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A4947-F06E-191F-38C5-A4EF611AF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4123" y="730937"/>
            <a:ext cx="10059915" cy="2492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Targeted recovery actions for Copilot, Fabric, and Core BI layers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B21428-D170-54C4-9D4D-97D5BA3A9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4083" y="1025902"/>
            <a:ext cx="3079955" cy="57174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F28AE3-093F-80F8-16A0-78E30AB63748}"/>
              </a:ext>
            </a:extLst>
          </p:cNvPr>
          <p:cNvSpPr txBox="1"/>
          <p:nvPr/>
        </p:nvSpPr>
        <p:spPr>
          <a:xfrm>
            <a:off x="1622323" y="1573711"/>
            <a:ext cx="4830813" cy="73866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/>
              <a:t>Copilot Studio Layer</a:t>
            </a:r>
          </a:p>
          <a:p>
            <a:pPr algn="ctr"/>
            <a:r>
              <a:rPr lang="en-US" sz="1600"/>
              <a:t>Unpublish agents or revert to stable versions in Microsoft Copilot Studio to stop conversational issues immediately.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1DA3B4-9F96-F196-6EDD-028764FE51AF}"/>
              </a:ext>
            </a:extLst>
          </p:cNvPr>
          <p:cNvSpPr txBox="1"/>
          <p:nvPr/>
        </p:nvSpPr>
        <p:spPr>
          <a:xfrm>
            <a:off x="1622322" y="2689672"/>
            <a:ext cx="4830813" cy="1015663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 dirty="0"/>
              <a:t>Fabric Data Agent</a:t>
            </a:r>
          </a:p>
          <a:p>
            <a:pPr algn="ctr"/>
            <a:r>
              <a:rPr lang="en-US" sz="1600" dirty="0"/>
              <a:t>Disconnect updated models and reconnect to the last validated version in Microsoft Fabric to maintain governed responses.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D4DAE-1D6B-EE0E-AA82-06A3B1414C02}"/>
              </a:ext>
            </a:extLst>
          </p:cNvPr>
          <p:cNvSpPr txBox="1"/>
          <p:nvPr/>
        </p:nvSpPr>
        <p:spPr>
          <a:xfrm>
            <a:off x="1622322" y="3923670"/>
            <a:ext cx="4830813" cy="9848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/>
              <a:t>Semantic Model Layer</a:t>
            </a:r>
          </a:p>
          <a:p>
            <a:pPr algn="ctr"/>
            <a:r>
              <a:rPr lang="en-US" sz="1600"/>
              <a:t>Restore previous versions in Power BI, revert DAX changes, and revalidate measures to protect reporting accuracy.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2626E-FDF6-30C3-E223-BEE3497D250E}"/>
              </a:ext>
            </a:extLst>
          </p:cNvPr>
          <p:cNvSpPr txBox="1"/>
          <p:nvPr/>
        </p:nvSpPr>
        <p:spPr>
          <a:xfrm>
            <a:off x="1622322" y="5303394"/>
            <a:ext cx="4830813" cy="98488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b="1"/>
              <a:t>Security &amp; RLS Layer</a:t>
            </a:r>
          </a:p>
          <a:p>
            <a:pPr algn="ctr"/>
            <a:r>
              <a:rPr lang="en-US" sz="1600"/>
              <a:t>Re-assign Microsoft Entra ID groups and revert RLS mappings to prevent unauthorized data exposure during access issues.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F0F5E7C-06D5-7680-1C35-7CAC76DC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8925" y="6501017"/>
            <a:ext cx="38099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FEC7B1-D403-4071-8437-B18E6AC995FD}" type="slidenum">
              <a:rPr lang="en-NZ" smtClean="0"/>
              <a:pPr/>
              <a:t>14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61184336"/>
      </p:ext>
    </p:extLst>
  </p:cSld>
  <p:clrMapOvr>
    <a:masterClrMapping/>
  </p:clrMapOvr>
</p:sld>
</file>

<file path=ppt/theme/theme1.xml><?xml version="1.0" encoding="utf-8"?>
<a:theme xmlns:a="http://schemas.openxmlformats.org/drawingml/2006/main" name="1_ILink">
  <a:themeElements>
    <a:clrScheme name="Custom 12">
      <a:dk1>
        <a:sysClr val="windowText" lastClr="000000"/>
      </a:dk1>
      <a:lt1>
        <a:sysClr val="window" lastClr="FFFFFF"/>
      </a:lt1>
      <a:dk2>
        <a:srgbClr val="191919"/>
      </a:dk2>
      <a:lt2>
        <a:srgbClr val="E7E6E6"/>
      </a:lt2>
      <a:accent1>
        <a:srgbClr val="C00000"/>
      </a:accent1>
      <a:accent2>
        <a:srgbClr val="5F8287"/>
      </a:accent2>
      <a:accent3>
        <a:srgbClr val="6F4647"/>
      </a:accent3>
      <a:accent4>
        <a:srgbClr val="FED502"/>
      </a:accent4>
      <a:accent5>
        <a:srgbClr val="ED7D31"/>
      </a:accent5>
      <a:accent6>
        <a:srgbClr val="7C7C7C"/>
      </a:accent6>
      <a:hlink>
        <a:srgbClr val="0563C1"/>
      </a:hlink>
      <a:folHlink>
        <a:srgbClr val="954F72"/>
      </a:folHlink>
    </a:clrScheme>
    <a:fontScheme name="Custom 2">
      <a:majorFont>
        <a:latin typeface="Segoe U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509DEF9F5F4644AAC0FE33CE6C15BE" ma:contentTypeVersion="16" ma:contentTypeDescription="Create a new document." ma:contentTypeScope="" ma:versionID="a453d1468afe2f3274d288fd35d4d096">
  <xsd:schema xmlns:xsd="http://www.w3.org/2001/XMLSchema" xmlns:xs="http://www.w3.org/2001/XMLSchema" xmlns:p="http://schemas.microsoft.com/office/2006/metadata/properties" xmlns:ns2="e0c8247f-c964-4401-805b-41be2b9b04d4" xmlns:ns3="24c3a5f8-1ab2-49f3-9394-fec29ac9df7f" targetNamespace="http://schemas.microsoft.com/office/2006/metadata/properties" ma:root="true" ma:fieldsID="db38304f3751a682604cb5101744831c" ns2:_="" ns3:_="">
    <xsd:import namespace="e0c8247f-c964-4401-805b-41be2b9b04d4"/>
    <xsd:import namespace="24c3a5f8-1ab2-49f3-9394-fec29ac9df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Comment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c8247f-c964-4401-805b-41be2b9b04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3ba226a-de78-4045-82ef-40d0372dd8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Comments" ma:index="22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c3a5f8-1ab2-49f3-9394-fec29ac9df7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ea4dd3-380b-4965-9e6c-5f36a74a00e3}" ma:internalName="TaxCatchAll" ma:showField="CatchAllData" ma:web="24c3a5f8-1ab2-49f3-9394-fec29ac9df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0c8247f-c964-4401-805b-41be2b9b04d4">
      <Terms xmlns="http://schemas.microsoft.com/office/infopath/2007/PartnerControls"/>
    </lcf76f155ced4ddcb4097134ff3c332f>
    <Comments xmlns="e0c8247f-c964-4401-805b-41be2b9b04d4" xsi:nil="true"/>
    <TaxCatchAll xmlns="24c3a5f8-1ab2-49f3-9394-fec29ac9df7f" xsi:nil="true"/>
  </documentManagement>
</p:properties>
</file>

<file path=customXml/itemProps1.xml><?xml version="1.0" encoding="utf-8"?>
<ds:datastoreItem xmlns:ds="http://schemas.openxmlformats.org/officeDocument/2006/customXml" ds:itemID="{93A98565-B502-438A-8218-73F3E5203897}"/>
</file>

<file path=customXml/itemProps2.xml><?xml version="1.0" encoding="utf-8"?>
<ds:datastoreItem xmlns:ds="http://schemas.openxmlformats.org/officeDocument/2006/customXml" ds:itemID="{FD002D20-B034-4D09-84F0-0CD4A8A5F519}"/>
</file>

<file path=customXml/itemProps3.xml><?xml version="1.0" encoding="utf-8"?>
<ds:datastoreItem xmlns:ds="http://schemas.openxmlformats.org/officeDocument/2006/customXml" ds:itemID="{21931BF2-50BF-41E5-96B3-65CDD3A6DCEF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967</Words>
  <Application>Microsoft Office PowerPoint</Application>
  <PresentationFormat>Widescreen</PresentationFormat>
  <Paragraphs>144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Arial</vt:lpstr>
      <vt:lpstr>Calibri</vt:lpstr>
      <vt:lpstr>Helvetica Neue Light</vt:lpstr>
      <vt:lpstr>Segoe UI</vt:lpstr>
      <vt:lpstr>Segoe UI Historic</vt:lpstr>
      <vt:lpstr>1_ILink</vt:lpstr>
      <vt:lpstr>PowerPoint Presentation</vt:lpstr>
      <vt:lpstr>PowerPoint Presentation</vt:lpstr>
      <vt:lpstr>The Evolution of Insights</vt:lpstr>
      <vt:lpstr>Implementation Roadmap </vt:lpstr>
      <vt:lpstr>Modeling &amp; MCP Breakdown </vt:lpstr>
      <vt:lpstr>Agentic &amp; Deployment Layer </vt:lpstr>
      <vt:lpstr>Agentic &amp; Deployment Layer </vt:lpstr>
      <vt:lpstr>Multi Agent Orchestration</vt:lpstr>
      <vt:lpstr>PowerPoint Presentation</vt:lpstr>
      <vt:lpstr>Hospital Network Transforms Decisions with a Copilot BI Agent</vt:lpstr>
      <vt:lpstr>Semantic Model Recommendations for Agent</vt:lpstr>
      <vt:lpstr>General requirements - Copilot Powered BI Agent</vt:lpstr>
      <vt:lpstr>Limitations with Copilot powered BI Agent</vt:lpstr>
      <vt:lpstr>Layered Rollback Procedures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 Mani</dc:creator>
  <cp:lastModifiedBy>Suresh Mani</cp:lastModifiedBy>
  <cp:revision>2</cp:revision>
  <dcterms:created xsi:type="dcterms:W3CDTF">2026-03-05T06:36:34Z</dcterms:created>
  <dcterms:modified xsi:type="dcterms:W3CDTF">2026-03-10T07:36:56Z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0x0101003A509DEF9F5F4644AAC0FE33CE6C15BE</vt:lpwstr>
  </property>
</Properties>
</file>